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media/image28.jpeg" ContentType="image/jpe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34.jpeg" ContentType="image/jpe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29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24.jpeg" ContentType="image/jpe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5.png" ContentType="image/png"/>
  <Override PartName="/ppt/media/image36.jpeg" ContentType="image/jpeg"/>
  <Override PartName="/ppt/media/image26.png" ContentType="image/png"/>
  <Override PartName="/ppt/media/image27.png" ContentType="image/png"/>
  <Override PartName="/ppt/media/image30.jpeg" ContentType="image/jpeg"/>
  <Override PartName="/ppt/media/image31.jpeg" ContentType="image/jpeg"/>
  <Override PartName="/ppt/media/image32.jpeg" ContentType="image/jpeg"/>
  <Override PartName="/ppt/media/image33.png" ContentType="image/png"/>
  <Override PartName="/ppt/media/image35.png" ContentType="image/png"/>
  <Override PartName="/ppt/media/image37.jpeg" ContentType="image/jpeg"/>
  <Override PartName="/ppt/media/image38.jpeg" ContentType="image/jpeg"/>
  <Override PartName="/ppt/media/image39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745280" y="978120"/>
            <a:ext cx="50014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9AFFF1-85B6-43C0-8AF9-0D2DB2B0683A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</a:t>
            </a: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</a:t>
            </a: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" name="bg object 17" descr=""/>
          <p:cNvPicPr/>
          <p:nvPr/>
        </p:nvPicPr>
        <p:blipFill>
          <a:blip r:embed="rId2"/>
          <a:stretch/>
        </p:blipFill>
        <p:spPr>
          <a:xfrm>
            <a:off x="7877880" y="0"/>
            <a:ext cx="1265760" cy="207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bg object 18" descr=""/>
          <p:cNvPicPr/>
          <p:nvPr/>
        </p:nvPicPr>
        <p:blipFill>
          <a:blip r:embed="rId3"/>
          <a:stretch/>
        </p:blipFill>
        <p:spPr>
          <a:xfrm>
            <a:off x="7575840" y="1163160"/>
            <a:ext cx="1567800" cy="25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bg object 19" descr=""/>
          <p:cNvPicPr/>
          <p:nvPr/>
        </p:nvPicPr>
        <p:blipFill>
          <a:blip r:embed="rId4"/>
          <a:stretch/>
        </p:blipFill>
        <p:spPr>
          <a:xfrm>
            <a:off x="8293320" y="2445480"/>
            <a:ext cx="850320" cy="139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bg object 20"/>
          <p:cNvSpPr/>
          <p:nvPr/>
        </p:nvSpPr>
        <p:spPr>
          <a:xfrm>
            <a:off x="7395120" y="325800"/>
            <a:ext cx="676440" cy="1110960"/>
          </a:xfrm>
          <a:custGeom>
            <a:avLst/>
            <a:gdLst>
              <a:gd name="textAreaLeft" fmla="*/ 0 w 676440"/>
              <a:gd name="textAreaRight" fmla="*/ 676800 w 676440"/>
              <a:gd name="textAreaTop" fmla="*/ 0 h 1110960"/>
              <a:gd name="textAreaBottom" fmla="*/ 1111320 h 1110960"/>
            </a:gdLst>
            <a:ahLst/>
            <a:cxnLst/>
            <a:rect l="textAreaLeft" t="textAreaTop" r="textAreaRight" b="textAreaBottom"/>
            <a:pathLst>
              <a:path w="676909" h="1111250">
                <a:moveTo>
                  <a:pt x="676799" y="1110899"/>
                </a:moveTo>
                <a:lnTo>
                  <a:pt x="0" y="556621"/>
                </a:lnTo>
                <a:lnTo>
                  <a:pt x="0" y="0"/>
                </a:lnTo>
                <a:lnTo>
                  <a:pt x="676799" y="554278"/>
                </a:lnTo>
                <a:lnTo>
                  <a:pt x="676799" y="11108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bg object 21"/>
          <p:cNvSpPr/>
          <p:nvPr/>
        </p:nvSpPr>
        <p:spPr>
          <a:xfrm>
            <a:off x="8396280" y="3228480"/>
            <a:ext cx="477720" cy="784440"/>
          </a:xfrm>
          <a:custGeom>
            <a:avLst/>
            <a:gdLst>
              <a:gd name="textAreaLeft" fmla="*/ 0 w 477720"/>
              <a:gd name="textAreaRight" fmla="*/ 478080 w 477720"/>
              <a:gd name="textAreaTop" fmla="*/ 0 h 784440"/>
              <a:gd name="textAreaBottom" fmla="*/ 784800 h 784440"/>
            </a:gdLst>
            <a:ahLst/>
            <a:cxnLst/>
            <a:rect l="textAreaLeft" t="textAreaTop" r="textAreaRight" b="textAreaBottom"/>
            <a:pathLst>
              <a:path w="478154" h="784860">
                <a:moveTo>
                  <a:pt x="0" y="784500"/>
                </a:moveTo>
                <a:lnTo>
                  <a:pt x="0" y="391385"/>
                </a:lnTo>
                <a:lnTo>
                  <a:pt x="477899" y="0"/>
                </a:lnTo>
                <a:lnTo>
                  <a:pt x="477899" y="393114"/>
                </a:lnTo>
                <a:lnTo>
                  <a:pt x="0" y="784500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bg object 22" descr=""/>
          <p:cNvPicPr/>
          <p:nvPr/>
        </p:nvPicPr>
        <p:blipFill>
          <a:blip r:embed="rId5"/>
          <a:stretch/>
        </p:blipFill>
        <p:spPr>
          <a:xfrm>
            <a:off x="0" y="3097800"/>
            <a:ext cx="722160" cy="11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bg object 23" descr=""/>
          <p:cNvPicPr/>
          <p:nvPr/>
        </p:nvPicPr>
        <p:blipFill>
          <a:blip r:embed="rId6"/>
          <a:stretch/>
        </p:blipFill>
        <p:spPr>
          <a:xfrm>
            <a:off x="0" y="2894040"/>
            <a:ext cx="492120" cy="8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bg object 24"/>
          <p:cNvSpPr/>
          <p:nvPr/>
        </p:nvSpPr>
        <p:spPr>
          <a:xfrm>
            <a:off x="0" y="4255560"/>
            <a:ext cx="541440" cy="888120"/>
          </a:xfrm>
          <a:custGeom>
            <a:avLst/>
            <a:gdLst>
              <a:gd name="textAreaLeft" fmla="*/ 0 w 541440"/>
              <a:gd name="textAreaRight" fmla="*/ 541800 w 541440"/>
              <a:gd name="textAreaTop" fmla="*/ 0 h 888120"/>
              <a:gd name="textAreaBottom" fmla="*/ 888480 h 888120"/>
            </a:gdLst>
            <a:ahLst/>
            <a:cxnLst/>
            <a:rect l="textAreaLeft" t="textAreaTop" r="textAreaRight" b="textAreaBottom"/>
            <a:pathLst>
              <a:path w="541655" h="888364">
                <a:moveTo>
                  <a:pt x="0" y="887999"/>
                </a:moveTo>
                <a:lnTo>
                  <a:pt x="0" y="443226"/>
                </a:lnTo>
                <a:lnTo>
                  <a:pt x="541199" y="0"/>
                </a:lnTo>
                <a:lnTo>
                  <a:pt x="541199" y="444773"/>
                </a:lnTo>
                <a:lnTo>
                  <a:pt x="0" y="887999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g object 25"/>
          <p:cNvSpPr/>
          <p:nvPr/>
        </p:nvSpPr>
        <p:spPr>
          <a:xfrm>
            <a:off x="0" y="2738520"/>
            <a:ext cx="374400" cy="614880"/>
          </a:xfrm>
          <a:custGeom>
            <a:avLst/>
            <a:gdLst>
              <a:gd name="textAreaLeft" fmla="*/ 0 w 374400"/>
              <a:gd name="textAreaRight" fmla="*/ 374760 w 374400"/>
              <a:gd name="textAreaTop" fmla="*/ 0 h 614880"/>
              <a:gd name="textAreaBottom" fmla="*/ 615240 h 614880"/>
            </a:gdLst>
            <a:ahLst/>
            <a:cxnLst/>
            <a:rect l="textAreaLeft" t="textAreaTop" r="textAreaRight" b="textAreaBottom"/>
            <a:pathLst>
              <a:path w="374650" h="615314">
                <a:moveTo>
                  <a:pt x="374399" y="614699"/>
                </a:moveTo>
                <a:lnTo>
                  <a:pt x="0" y="308077"/>
                </a:lnTo>
                <a:lnTo>
                  <a:pt x="0" y="0"/>
                </a:lnTo>
                <a:lnTo>
                  <a:pt x="374399" y="306622"/>
                </a:lnTo>
                <a:lnTo>
                  <a:pt x="374399" y="6146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bg object 26"/>
          <p:cNvSpPr/>
          <p:nvPr/>
        </p:nvSpPr>
        <p:spPr>
          <a:xfrm>
            <a:off x="348120" y="3926520"/>
            <a:ext cx="374400" cy="614160"/>
          </a:xfrm>
          <a:custGeom>
            <a:avLst/>
            <a:gdLst>
              <a:gd name="textAreaLeft" fmla="*/ 0 w 374400"/>
              <a:gd name="textAreaRight" fmla="*/ 374760 w 374400"/>
              <a:gd name="textAreaTop" fmla="*/ 0 h 614160"/>
              <a:gd name="textAreaBottom" fmla="*/ 614520 h 614160"/>
            </a:gdLst>
            <a:ahLst/>
            <a:cxnLst/>
            <a:rect l="textAreaLeft" t="textAreaTop" r="textAreaRight" b="textAreaBottom"/>
            <a:pathLst>
              <a:path w="374650" h="614679">
                <a:moveTo>
                  <a:pt x="0" y="614399"/>
                </a:moveTo>
                <a:lnTo>
                  <a:pt x="0" y="306622"/>
                </a:lnTo>
                <a:lnTo>
                  <a:pt x="374399" y="0"/>
                </a:lnTo>
                <a:lnTo>
                  <a:pt x="374399" y="307777"/>
                </a:lnTo>
                <a:lnTo>
                  <a:pt x="0" y="614399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0120" y="978120"/>
            <a:ext cx="2808720" cy="48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526480" y="807120"/>
            <a:ext cx="4090680" cy="120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</a:t>
            </a: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</a:t>
            </a: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533457-81D4-4854-9C6F-094A794539E5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40120" y="978120"/>
            <a:ext cx="2808720" cy="48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182960"/>
            <a:ext cx="3977280" cy="31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7280" cy="31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BFA72B-AF1A-47AB-9762-14AF279D6789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bg object 17" descr=""/>
          <p:cNvPicPr/>
          <p:nvPr/>
        </p:nvPicPr>
        <p:blipFill>
          <a:blip r:embed="rId2"/>
          <a:stretch/>
        </p:blipFill>
        <p:spPr>
          <a:xfrm>
            <a:off x="0" y="2402640"/>
            <a:ext cx="2176920" cy="274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bg object 18" descr=""/>
          <p:cNvPicPr/>
          <p:nvPr/>
        </p:nvPicPr>
        <p:blipFill>
          <a:blip r:embed="rId3"/>
          <a:stretch/>
        </p:blipFill>
        <p:spPr>
          <a:xfrm>
            <a:off x="6898320" y="0"/>
            <a:ext cx="2246040" cy="396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bg object 19"/>
          <p:cNvSpPr/>
          <p:nvPr/>
        </p:nvSpPr>
        <p:spPr>
          <a:xfrm>
            <a:off x="860400" y="1771560"/>
            <a:ext cx="925560" cy="1518480"/>
          </a:xfrm>
          <a:custGeom>
            <a:avLst/>
            <a:gdLst>
              <a:gd name="textAreaLeft" fmla="*/ 0 w 925560"/>
              <a:gd name="textAreaRight" fmla="*/ 925920 w 925560"/>
              <a:gd name="textAreaTop" fmla="*/ 0 h 1518480"/>
              <a:gd name="textAreaBottom" fmla="*/ 1518840 h 1518480"/>
            </a:gdLst>
            <a:ahLst/>
            <a:cxnLst/>
            <a:rect l="textAreaLeft" t="textAreaTop" r="textAreaRight" b="textAreaBottom"/>
            <a:pathLst>
              <a:path w="925830" h="1518920">
                <a:moveTo>
                  <a:pt x="0" y="1518899"/>
                </a:moveTo>
                <a:lnTo>
                  <a:pt x="0" y="757956"/>
                </a:lnTo>
                <a:lnTo>
                  <a:pt x="925499" y="0"/>
                </a:lnTo>
                <a:lnTo>
                  <a:pt x="925499" y="760943"/>
                </a:lnTo>
                <a:lnTo>
                  <a:pt x="0" y="1518899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bg object 20" descr=""/>
          <p:cNvPicPr/>
          <p:nvPr/>
        </p:nvPicPr>
        <p:blipFill>
          <a:blip r:embed="rId4"/>
          <a:stretch/>
        </p:blipFill>
        <p:spPr>
          <a:xfrm>
            <a:off x="0" y="2007000"/>
            <a:ext cx="789480" cy="129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bg object 21"/>
          <p:cNvSpPr/>
          <p:nvPr/>
        </p:nvSpPr>
        <p:spPr>
          <a:xfrm>
            <a:off x="0" y="1757880"/>
            <a:ext cx="600480" cy="985680"/>
          </a:xfrm>
          <a:custGeom>
            <a:avLst/>
            <a:gdLst>
              <a:gd name="textAreaLeft" fmla="*/ 0 w 600480"/>
              <a:gd name="textAreaRight" fmla="*/ 600840 w 600480"/>
              <a:gd name="textAreaTop" fmla="*/ 0 h 985680"/>
              <a:gd name="textAreaBottom" fmla="*/ 986040 h 985680"/>
            </a:gdLst>
            <a:ahLst/>
            <a:cxnLst/>
            <a:rect l="textAreaLeft" t="textAreaTop" r="textAreaRight" b="textAreaBottom"/>
            <a:pathLst>
              <a:path w="600710" h="986155">
                <a:moveTo>
                  <a:pt x="600599" y="985799"/>
                </a:moveTo>
                <a:lnTo>
                  <a:pt x="0" y="493926"/>
                </a:lnTo>
                <a:lnTo>
                  <a:pt x="0" y="0"/>
                </a:lnTo>
                <a:lnTo>
                  <a:pt x="600599" y="491873"/>
                </a:lnTo>
                <a:lnTo>
                  <a:pt x="600599" y="9857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bg object 22"/>
          <p:cNvSpPr/>
          <p:nvPr/>
        </p:nvSpPr>
        <p:spPr>
          <a:xfrm>
            <a:off x="7516800" y="2601360"/>
            <a:ext cx="625680" cy="1027800"/>
          </a:xfrm>
          <a:custGeom>
            <a:avLst/>
            <a:gdLst>
              <a:gd name="textAreaLeft" fmla="*/ 0 w 625680"/>
              <a:gd name="textAreaRight" fmla="*/ 626040 w 625680"/>
              <a:gd name="textAreaTop" fmla="*/ 0 h 1027800"/>
              <a:gd name="textAreaBottom" fmla="*/ 1028160 h 1027800"/>
            </a:gdLst>
            <a:ahLst/>
            <a:cxnLst/>
            <a:rect l="textAreaLeft" t="textAreaTop" r="textAreaRight" b="textAreaBottom"/>
            <a:pathLst>
              <a:path w="626109" h="1028064">
                <a:moveTo>
                  <a:pt x="0" y="1027799"/>
                </a:moveTo>
                <a:lnTo>
                  <a:pt x="0" y="512756"/>
                </a:lnTo>
                <a:lnTo>
                  <a:pt x="626099" y="0"/>
                </a:lnTo>
                <a:lnTo>
                  <a:pt x="626099" y="515042"/>
                </a:lnTo>
                <a:lnTo>
                  <a:pt x="0" y="10277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bg object 23"/>
          <p:cNvSpPr/>
          <p:nvPr/>
        </p:nvSpPr>
        <p:spPr>
          <a:xfrm>
            <a:off x="6634800" y="281880"/>
            <a:ext cx="926280" cy="1519920"/>
          </a:xfrm>
          <a:custGeom>
            <a:avLst/>
            <a:gdLst>
              <a:gd name="textAreaLeft" fmla="*/ 0 w 926280"/>
              <a:gd name="textAreaRight" fmla="*/ 926640 w 926280"/>
              <a:gd name="textAreaTop" fmla="*/ 0 h 1519920"/>
              <a:gd name="textAreaBottom" fmla="*/ 1520280 h 1519920"/>
            </a:gdLst>
            <a:ahLst/>
            <a:cxnLst/>
            <a:rect l="textAreaLeft" t="textAreaTop" r="textAreaRight" b="textAreaBottom"/>
            <a:pathLst>
              <a:path w="926465" h="1520189">
                <a:moveTo>
                  <a:pt x="0" y="1520099"/>
                </a:moveTo>
                <a:lnTo>
                  <a:pt x="0" y="758448"/>
                </a:lnTo>
                <a:lnTo>
                  <a:pt x="926099" y="0"/>
                </a:lnTo>
                <a:lnTo>
                  <a:pt x="926099" y="761651"/>
                </a:lnTo>
                <a:lnTo>
                  <a:pt x="0" y="1520099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40120" y="978120"/>
            <a:ext cx="2808720" cy="48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76B3FE-5F9E-434D-BA79-3C6AB189CF89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bg object 17" descr=""/>
          <p:cNvPicPr/>
          <p:nvPr/>
        </p:nvPicPr>
        <p:blipFill>
          <a:blip r:embed="rId2"/>
          <a:stretch/>
        </p:blipFill>
        <p:spPr>
          <a:xfrm>
            <a:off x="8268840" y="0"/>
            <a:ext cx="874800" cy="143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bg object 18" descr=""/>
          <p:cNvPicPr/>
          <p:nvPr/>
        </p:nvPicPr>
        <p:blipFill>
          <a:blip r:embed="rId3"/>
          <a:stretch/>
        </p:blipFill>
        <p:spPr>
          <a:xfrm>
            <a:off x="8059680" y="804240"/>
            <a:ext cx="1083960" cy="177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bg object 19" descr=""/>
          <p:cNvPicPr/>
          <p:nvPr/>
        </p:nvPicPr>
        <p:blipFill>
          <a:blip r:embed="rId4"/>
          <a:stretch/>
        </p:blipFill>
        <p:spPr>
          <a:xfrm>
            <a:off x="8555760" y="1690920"/>
            <a:ext cx="587880" cy="9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bg object 20"/>
          <p:cNvSpPr/>
          <p:nvPr/>
        </p:nvSpPr>
        <p:spPr>
          <a:xfrm>
            <a:off x="7934760" y="225360"/>
            <a:ext cx="467640" cy="767880"/>
          </a:xfrm>
          <a:custGeom>
            <a:avLst/>
            <a:gdLst>
              <a:gd name="textAreaLeft" fmla="*/ 0 w 467640"/>
              <a:gd name="textAreaRight" fmla="*/ 468000 w 467640"/>
              <a:gd name="textAreaTop" fmla="*/ 0 h 767880"/>
              <a:gd name="textAreaBottom" fmla="*/ 768240 h 767880"/>
            </a:gdLst>
            <a:ahLst/>
            <a:cxnLst/>
            <a:rect l="textAreaLeft" t="textAreaTop" r="textAreaRight" b="textAreaBottom"/>
            <a:pathLst>
              <a:path w="467995" h="768350">
                <a:moveTo>
                  <a:pt x="467939" y="768076"/>
                </a:moveTo>
                <a:lnTo>
                  <a:pt x="0" y="384847"/>
                </a:lnTo>
                <a:lnTo>
                  <a:pt x="0" y="0"/>
                </a:lnTo>
                <a:lnTo>
                  <a:pt x="467939" y="383228"/>
                </a:lnTo>
                <a:lnTo>
                  <a:pt x="467939" y="768076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bg object 21"/>
          <p:cNvSpPr/>
          <p:nvPr/>
        </p:nvSpPr>
        <p:spPr>
          <a:xfrm>
            <a:off x="8627040" y="2232360"/>
            <a:ext cx="330480" cy="542520"/>
          </a:xfrm>
          <a:custGeom>
            <a:avLst/>
            <a:gdLst>
              <a:gd name="textAreaLeft" fmla="*/ 0 w 330480"/>
              <a:gd name="textAreaRight" fmla="*/ 330840 w 33048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330834" h="542925">
                <a:moveTo>
                  <a:pt x="0" y="542403"/>
                </a:moveTo>
                <a:lnTo>
                  <a:pt x="0" y="270603"/>
                </a:lnTo>
                <a:lnTo>
                  <a:pt x="330420" y="0"/>
                </a:lnTo>
                <a:lnTo>
                  <a:pt x="330420" y="271799"/>
                </a:lnTo>
                <a:lnTo>
                  <a:pt x="0" y="542403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bg object 22" descr=""/>
          <p:cNvPicPr/>
          <p:nvPr/>
        </p:nvPicPr>
        <p:blipFill>
          <a:blip r:embed="rId5"/>
          <a:stretch/>
        </p:blipFill>
        <p:spPr>
          <a:xfrm>
            <a:off x="0" y="2667600"/>
            <a:ext cx="874080" cy="143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bg object 23" descr=""/>
          <p:cNvPicPr/>
          <p:nvPr/>
        </p:nvPicPr>
        <p:blipFill>
          <a:blip r:embed="rId6"/>
          <a:stretch/>
        </p:blipFill>
        <p:spPr>
          <a:xfrm>
            <a:off x="0" y="2420280"/>
            <a:ext cx="595440" cy="97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bg object 24"/>
          <p:cNvSpPr/>
          <p:nvPr/>
        </p:nvSpPr>
        <p:spPr>
          <a:xfrm>
            <a:off x="0" y="4068720"/>
            <a:ext cx="654840" cy="1074600"/>
          </a:xfrm>
          <a:custGeom>
            <a:avLst/>
            <a:gdLst>
              <a:gd name="textAreaLeft" fmla="*/ 0 w 654840"/>
              <a:gd name="textAreaRight" fmla="*/ 655200 w 654840"/>
              <a:gd name="textAreaTop" fmla="*/ 0 h 1074600"/>
              <a:gd name="textAreaBottom" fmla="*/ 1074960 h 1074600"/>
            </a:gdLst>
            <a:ahLst/>
            <a:cxnLst/>
            <a:rect l="textAreaLeft" t="textAreaTop" r="textAreaRight" b="textAreaBottom"/>
            <a:pathLst>
              <a:path w="655320" h="1075054">
                <a:moveTo>
                  <a:pt x="0" y="1074758"/>
                </a:moveTo>
                <a:lnTo>
                  <a:pt x="-2" y="536570"/>
                </a:lnTo>
                <a:lnTo>
                  <a:pt x="655176" y="0"/>
                </a:lnTo>
                <a:lnTo>
                  <a:pt x="655176" y="538442"/>
                </a:lnTo>
                <a:lnTo>
                  <a:pt x="310" y="1074758"/>
                </a:ln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bg object 25"/>
          <p:cNvSpPr/>
          <p:nvPr/>
        </p:nvSpPr>
        <p:spPr>
          <a:xfrm>
            <a:off x="0" y="2232360"/>
            <a:ext cx="452880" cy="743760"/>
          </a:xfrm>
          <a:custGeom>
            <a:avLst/>
            <a:gdLst>
              <a:gd name="textAreaLeft" fmla="*/ 0 w 452880"/>
              <a:gd name="textAreaRight" fmla="*/ 453240 w 452880"/>
              <a:gd name="textAreaTop" fmla="*/ 0 h 743760"/>
              <a:gd name="textAreaBottom" fmla="*/ 744120 h 743760"/>
            </a:gdLst>
            <a:ahLst/>
            <a:cxnLst/>
            <a:rect l="textAreaLeft" t="textAreaTop" r="textAreaRight" b="textAreaBottom"/>
            <a:pathLst>
              <a:path w="453390" h="744219">
                <a:moveTo>
                  <a:pt x="453248" y="744155"/>
                </a:moveTo>
                <a:lnTo>
                  <a:pt x="0" y="372958"/>
                </a:lnTo>
                <a:lnTo>
                  <a:pt x="0" y="0"/>
                </a:lnTo>
                <a:lnTo>
                  <a:pt x="453248" y="371197"/>
                </a:lnTo>
                <a:lnTo>
                  <a:pt x="453248" y="744155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bg object 26"/>
          <p:cNvSpPr/>
          <p:nvPr/>
        </p:nvSpPr>
        <p:spPr>
          <a:xfrm>
            <a:off x="421200" y="3670560"/>
            <a:ext cx="452880" cy="743760"/>
          </a:xfrm>
          <a:custGeom>
            <a:avLst/>
            <a:gdLst>
              <a:gd name="textAreaLeft" fmla="*/ 0 w 452880"/>
              <a:gd name="textAreaRight" fmla="*/ 453240 w 452880"/>
              <a:gd name="textAreaTop" fmla="*/ 0 h 743760"/>
              <a:gd name="textAreaBottom" fmla="*/ 744120 h 743760"/>
            </a:gdLst>
            <a:ahLst/>
            <a:cxnLst/>
            <a:rect l="textAreaLeft" t="textAreaTop" r="textAreaRight" b="textAreaBottom"/>
            <a:pathLst>
              <a:path w="453390" h="744220">
                <a:moveTo>
                  <a:pt x="0" y="743792"/>
                </a:moveTo>
                <a:lnTo>
                  <a:pt x="0" y="371196"/>
                </a:lnTo>
                <a:lnTo>
                  <a:pt x="453248" y="0"/>
                </a:lnTo>
                <a:lnTo>
                  <a:pt x="453248" y="372595"/>
                </a:lnTo>
                <a:lnTo>
                  <a:pt x="0" y="743792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5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B45695-F1C7-48B4-86B0-7B42750D425F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bg object 17" descr=""/>
          <p:cNvPicPr/>
          <p:nvPr/>
        </p:nvPicPr>
        <p:blipFill>
          <a:blip r:embed="rId2"/>
          <a:stretch/>
        </p:blipFill>
        <p:spPr>
          <a:xfrm>
            <a:off x="7877880" y="0"/>
            <a:ext cx="1265760" cy="207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bg object 18" descr=""/>
          <p:cNvPicPr/>
          <p:nvPr/>
        </p:nvPicPr>
        <p:blipFill>
          <a:blip r:embed="rId3"/>
          <a:stretch/>
        </p:blipFill>
        <p:spPr>
          <a:xfrm>
            <a:off x="7575840" y="1163160"/>
            <a:ext cx="1567800" cy="25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bg object 19" descr=""/>
          <p:cNvPicPr/>
          <p:nvPr/>
        </p:nvPicPr>
        <p:blipFill>
          <a:blip r:embed="rId4"/>
          <a:stretch/>
        </p:blipFill>
        <p:spPr>
          <a:xfrm>
            <a:off x="8293320" y="2445480"/>
            <a:ext cx="850320" cy="139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bg object 20"/>
          <p:cNvSpPr/>
          <p:nvPr/>
        </p:nvSpPr>
        <p:spPr>
          <a:xfrm>
            <a:off x="7395120" y="325800"/>
            <a:ext cx="676440" cy="1110960"/>
          </a:xfrm>
          <a:custGeom>
            <a:avLst/>
            <a:gdLst>
              <a:gd name="textAreaLeft" fmla="*/ 0 w 676440"/>
              <a:gd name="textAreaRight" fmla="*/ 676800 w 676440"/>
              <a:gd name="textAreaTop" fmla="*/ 0 h 1110960"/>
              <a:gd name="textAreaBottom" fmla="*/ 1111320 h 1110960"/>
            </a:gdLst>
            <a:ahLst/>
            <a:cxnLst/>
            <a:rect l="textAreaLeft" t="textAreaTop" r="textAreaRight" b="textAreaBottom"/>
            <a:pathLst>
              <a:path w="676909" h="1111250">
                <a:moveTo>
                  <a:pt x="676799" y="1110899"/>
                </a:moveTo>
                <a:lnTo>
                  <a:pt x="0" y="556621"/>
                </a:lnTo>
                <a:lnTo>
                  <a:pt x="0" y="0"/>
                </a:lnTo>
                <a:lnTo>
                  <a:pt x="676799" y="554278"/>
                </a:lnTo>
                <a:lnTo>
                  <a:pt x="676799" y="11108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bg object 21"/>
          <p:cNvSpPr/>
          <p:nvPr/>
        </p:nvSpPr>
        <p:spPr>
          <a:xfrm>
            <a:off x="8396280" y="3228480"/>
            <a:ext cx="477720" cy="784440"/>
          </a:xfrm>
          <a:custGeom>
            <a:avLst/>
            <a:gdLst>
              <a:gd name="textAreaLeft" fmla="*/ 0 w 477720"/>
              <a:gd name="textAreaRight" fmla="*/ 478080 w 477720"/>
              <a:gd name="textAreaTop" fmla="*/ 0 h 784440"/>
              <a:gd name="textAreaBottom" fmla="*/ 784800 h 784440"/>
            </a:gdLst>
            <a:ahLst/>
            <a:cxnLst/>
            <a:rect l="textAreaLeft" t="textAreaTop" r="textAreaRight" b="textAreaBottom"/>
            <a:pathLst>
              <a:path w="478154" h="784860">
                <a:moveTo>
                  <a:pt x="0" y="784500"/>
                </a:moveTo>
                <a:lnTo>
                  <a:pt x="0" y="391385"/>
                </a:lnTo>
                <a:lnTo>
                  <a:pt x="477899" y="0"/>
                </a:lnTo>
                <a:lnTo>
                  <a:pt x="477899" y="393114"/>
                </a:lnTo>
                <a:lnTo>
                  <a:pt x="0" y="784500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bg object 22" descr=""/>
          <p:cNvPicPr/>
          <p:nvPr/>
        </p:nvPicPr>
        <p:blipFill>
          <a:blip r:embed="rId5"/>
          <a:stretch/>
        </p:blipFill>
        <p:spPr>
          <a:xfrm>
            <a:off x="0" y="3097800"/>
            <a:ext cx="722160" cy="11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bg object 23" descr=""/>
          <p:cNvPicPr/>
          <p:nvPr/>
        </p:nvPicPr>
        <p:blipFill>
          <a:blip r:embed="rId6"/>
          <a:stretch/>
        </p:blipFill>
        <p:spPr>
          <a:xfrm>
            <a:off x="0" y="2894040"/>
            <a:ext cx="492120" cy="8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bg object 24"/>
          <p:cNvSpPr/>
          <p:nvPr/>
        </p:nvSpPr>
        <p:spPr>
          <a:xfrm>
            <a:off x="0" y="4255560"/>
            <a:ext cx="541440" cy="888120"/>
          </a:xfrm>
          <a:custGeom>
            <a:avLst/>
            <a:gdLst>
              <a:gd name="textAreaLeft" fmla="*/ 0 w 541440"/>
              <a:gd name="textAreaRight" fmla="*/ 541800 w 541440"/>
              <a:gd name="textAreaTop" fmla="*/ 0 h 888120"/>
              <a:gd name="textAreaBottom" fmla="*/ 888480 h 888120"/>
            </a:gdLst>
            <a:ahLst/>
            <a:cxnLst/>
            <a:rect l="textAreaLeft" t="textAreaTop" r="textAreaRight" b="textAreaBottom"/>
            <a:pathLst>
              <a:path w="541655" h="888364">
                <a:moveTo>
                  <a:pt x="0" y="887999"/>
                </a:moveTo>
                <a:lnTo>
                  <a:pt x="0" y="443226"/>
                </a:lnTo>
                <a:lnTo>
                  <a:pt x="541199" y="0"/>
                </a:lnTo>
                <a:lnTo>
                  <a:pt x="541199" y="444773"/>
                </a:lnTo>
                <a:lnTo>
                  <a:pt x="0" y="887999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bg object 25"/>
          <p:cNvSpPr/>
          <p:nvPr/>
        </p:nvSpPr>
        <p:spPr>
          <a:xfrm>
            <a:off x="0" y="2738520"/>
            <a:ext cx="374400" cy="614880"/>
          </a:xfrm>
          <a:custGeom>
            <a:avLst/>
            <a:gdLst>
              <a:gd name="textAreaLeft" fmla="*/ 0 w 374400"/>
              <a:gd name="textAreaRight" fmla="*/ 374760 w 374400"/>
              <a:gd name="textAreaTop" fmla="*/ 0 h 614880"/>
              <a:gd name="textAreaBottom" fmla="*/ 615240 h 614880"/>
            </a:gdLst>
            <a:ahLst/>
            <a:cxnLst/>
            <a:rect l="textAreaLeft" t="textAreaTop" r="textAreaRight" b="textAreaBottom"/>
            <a:pathLst>
              <a:path w="374650" h="615314">
                <a:moveTo>
                  <a:pt x="374399" y="614699"/>
                </a:moveTo>
                <a:lnTo>
                  <a:pt x="0" y="308077"/>
                </a:lnTo>
                <a:lnTo>
                  <a:pt x="0" y="0"/>
                </a:lnTo>
                <a:lnTo>
                  <a:pt x="374399" y="306622"/>
                </a:lnTo>
                <a:lnTo>
                  <a:pt x="374399" y="6146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bg object 26"/>
          <p:cNvSpPr/>
          <p:nvPr/>
        </p:nvSpPr>
        <p:spPr>
          <a:xfrm>
            <a:off x="348120" y="3926520"/>
            <a:ext cx="374400" cy="614160"/>
          </a:xfrm>
          <a:custGeom>
            <a:avLst/>
            <a:gdLst>
              <a:gd name="textAreaLeft" fmla="*/ 0 w 374400"/>
              <a:gd name="textAreaRight" fmla="*/ 374760 w 374400"/>
              <a:gd name="textAreaTop" fmla="*/ 0 h 614160"/>
              <a:gd name="textAreaBottom" fmla="*/ 614520 h 614160"/>
            </a:gdLst>
            <a:ahLst/>
            <a:cxnLst/>
            <a:rect l="textAreaLeft" t="textAreaTop" r="textAreaRight" b="textAreaBottom"/>
            <a:pathLst>
              <a:path w="374650" h="614679">
                <a:moveTo>
                  <a:pt x="0" y="614399"/>
                </a:moveTo>
                <a:lnTo>
                  <a:pt x="0" y="306622"/>
                </a:lnTo>
                <a:lnTo>
                  <a:pt x="374399" y="0"/>
                </a:lnTo>
                <a:lnTo>
                  <a:pt x="374399" y="307777"/>
                </a:lnTo>
                <a:lnTo>
                  <a:pt x="0" y="614399"/>
                </a:lnTo>
                <a:close/>
              </a:path>
            </a:pathLst>
          </a:custGeom>
          <a:solidFill>
            <a:srgbClr val="0066ff">
              <a:alpha val="2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40120" y="978120"/>
            <a:ext cx="2808720" cy="48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2526480" y="807120"/>
            <a:ext cx="4090680" cy="120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16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17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18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DC5D1B-1904-4154-94CF-CF88FA4DE4DD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745280" y="978120"/>
            <a:ext cx="50014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MY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19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20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MY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1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F55E16-8D9C-43CC-BC1D-D5F3F7A5AF34}" type="slidenum">
              <a:rPr b="0" lang="en-MY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MY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MY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MY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24.jpe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8.jpeg"/><Relationship Id="rId7" Type="http://schemas.openxmlformats.org/officeDocument/2006/relationships/image" Target="../media/image39.jpeg"/><Relationship Id="rId8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550240" y="1830960"/>
            <a:ext cx="4043880" cy="1431360"/>
          </a:xfrm>
          <a:prstGeom prst="rect">
            <a:avLst/>
          </a:prstGeom>
          <a:noFill/>
          <a:ln w="0">
            <a:noFill/>
          </a:ln>
        </p:spPr>
        <p:txBody>
          <a:bodyPr lIns="0" rIns="0" tIns="9000" bIns="0" anchor="t">
            <a:spAutoFit/>
          </a:bodyPr>
          <a:p>
            <a:pPr marL="694800" indent="-682560">
              <a:lnSpc>
                <a:spcPct val="100000"/>
              </a:lnSpc>
              <a:spcBef>
                <a:spcPts val="71"/>
              </a:spcBef>
              <a:buNone/>
              <a:tabLst>
                <a:tab algn="l" pos="0"/>
              </a:tabLst>
            </a:pPr>
            <a:r>
              <a:rPr b="1" lang="en-MY" sz="4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 &amp; GITHUB Training</a:t>
            </a:r>
            <a:endParaRPr b="0" lang="en-MY" sz="4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5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object 26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87" name="object 27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object 28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object 29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object 30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91" name="object 31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" name="object 32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object 33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3359880" cy="9273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Training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90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Objective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object 35"/>
          <p:cNvSpPr/>
          <p:nvPr/>
        </p:nvSpPr>
        <p:spPr>
          <a:xfrm>
            <a:off x="1135080" y="729720"/>
            <a:ext cx="561420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By the end of this training, participants will be able to: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Understand Git and GitHub fundamentals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• Use GitHub for version control and 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collaboration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• Manage repositories, branches, and commits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• Apply basic GitHub workflow in daily work</a:t>
            </a:r>
            <a:endParaRPr b="0" lang="en-MY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561840" y="1744920"/>
            <a:ext cx="2020320" cy="1431360"/>
          </a:xfrm>
          <a:prstGeom prst="rect">
            <a:avLst/>
          </a:prstGeom>
          <a:noFill/>
          <a:ln w="0">
            <a:noFill/>
          </a:ln>
        </p:spPr>
        <p:txBody>
          <a:bodyPr lIns="0" rIns="0" tIns="9000" bIns="0" anchor="t">
            <a:spAutoFit/>
          </a:bodyPr>
          <a:p>
            <a:pPr marL="403200" indent="-391320">
              <a:lnSpc>
                <a:spcPct val="100000"/>
              </a:lnSpc>
              <a:spcBef>
                <a:spcPts val="71"/>
              </a:spcBef>
              <a:buNone/>
              <a:tabLst>
                <a:tab algn="l" pos="0"/>
              </a:tabLst>
            </a:pPr>
            <a:r>
              <a:rPr b="1" lang="en-MY" sz="4600" spc="18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What</a:t>
            </a:r>
            <a:r>
              <a:rPr b="1" lang="en-MY" sz="4600" spc="125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4600" spc="11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 </a:t>
            </a:r>
            <a:r>
              <a:rPr b="1" lang="en-MY" sz="4600" spc="204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Git</a:t>
            </a:r>
            <a:r>
              <a:rPr b="1" lang="en-MY" sz="4600" spc="111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 </a:t>
            </a:r>
            <a:r>
              <a:rPr b="1" lang="en-MY" sz="4600" spc="-5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?</a:t>
            </a:r>
            <a:endParaRPr b="0" lang="en-MY" sz="4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3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object 37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99" name="object 38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0" name="object 39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object 40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object 41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103" name="object 42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4" name="object 43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object 44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2663640" cy="482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What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</a:t>
            </a:r>
            <a:r>
              <a:rPr b="1" lang="en-MY" sz="3000" spc="7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5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90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Git</a:t>
            </a:r>
            <a:r>
              <a:rPr b="1" lang="en-MY" sz="3000" spc="79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-5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?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object 46"/>
          <p:cNvSpPr/>
          <p:nvPr/>
        </p:nvSpPr>
        <p:spPr>
          <a:xfrm>
            <a:off x="1135080" y="729720"/>
            <a:ext cx="5614200" cy="30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MY" sz="1500" spc="-51" strike="noStrike" u="none">
                <a:solidFill>
                  <a:srgbClr val="1b4587"/>
                </a:solidFill>
                <a:effectLst/>
                <a:uFillTx/>
                <a:latin typeface="Calibri"/>
                <a:ea typeface="Microsoft YaHei"/>
              </a:rPr>
              <a:t>›</a:t>
            </a:r>
            <a:r>
              <a:rPr b="0" lang="en-MY" sz="1500" strike="noStrike" u="none">
                <a:solidFill>
                  <a:srgbClr val="1b4587"/>
                </a:solidFill>
                <a:effectLst/>
                <a:uFillTx/>
                <a:latin typeface="Calibri"/>
                <a:ea typeface="Microsoft YaHei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 is a distributed version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control system that lets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developers track changes,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collaborate on code, and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manage revisions over time.</a:t>
            </a:r>
            <a:endParaRPr b="0" lang="en-MY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"Distributed" means no central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server exists. Full project history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 available locally after cloning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b="0" lang="en-MY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26"/>
              </a:spcBef>
              <a:tabLst>
                <a:tab algn="l" pos="0"/>
              </a:tabLst>
            </a:pPr>
            <a:r>
              <a:rPr b="1" lang="en-MY" sz="3200" spc="15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What is </a:t>
            </a:r>
            <a:r>
              <a:rPr b="1" lang="en-MY" sz="3000" spc="190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Github</a:t>
            </a:r>
            <a:r>
              <a:rPr b="1" lang="en-MY" sz="18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3600" spc="-51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?</a:t>
            </a:r>
            <a:endParaRPr b="0" lang="en-MY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  <a:ea typeface="Microsoft YaHe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  <a:ea typeface="Microsoft YaHei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GitHub is a website builds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on top of Git by adding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collaboration tools, automation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features, and a user-friendly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web interface. </a:t>
            </a:r>
            <a:endParaRPr b="0" lang="en-MY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object 1" descr=""/>
          <p:cNvPicPr/>
          <p:nvPr/>
        </p:nvPicPr>
        <p:blipFill>
          <a:blip r:embed="rId3"/>
          <a:stretch/>
        </p:blipFill>
        <p:spPr>
          <a:xfrm>
            <a:off x="4996080" y="-2520"/>
            <a:ext cx="1753200" cy="73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object 19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110" name="object 20" descr=""/>
            <p:cNvPicPr/>
            <p:nvPr/>
          </p:nvPicPr>
          <p:blipFill>
            <a:blip r:embed="rId1"/>
            <a:stretch/>
          </p:blipFill>
          <p:spPr>
            <a:xfrm>
              <a:off x="7877880" y="0"/>
              <a:ext cx="1265760" cy="2077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object 21" descr=""/>
            <p:cNvPicPr/>
            <p:nvPr/>
          </p:nvPicPr>
          <p:blipFill>
            <a:blip r:embed="rId2"/>
            <a:stretch/>
          </p:blipFill>
          <p:spPr>
            <a:xfrm>
              <a:off x="7575840" y="1163160"/>
              <a:ext cx="1567800" cy="257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2" name="object 22" descr=""/>
            <p:cNvPicPr/>
            <p:nvPr/>
          </p:nvPicPr>
          <p:blipFill>
            <a:blip r:embed="rId3"/>
            <a:stretch/>
          </p:blipFill>
          <p:spPr>
            <a:xfrm>
              <a:off x="8293320" y="2445480"/>
              <a:ext cx="850320" cy="1395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" name="object 23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object 24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" name="object 47"/>
          <p:cNvGrpSpPr/>
          <p:nvPr/>
        </p:nvGrpSpPr>
        <p:grpSpPr>
          <a:xfrm>
            <a:off x="0" y="2738520"/>
            <a:ext cx="722520" cy="2405160"/>
            <a:chOff x="0" y="2738520"/>
            <a:chExt cx="722520" cy="2405160"/>
          </a:xfrm>
        </p:grpSpPr>
        <p:pic>
          <p:nvPicPr>
            <p:cNvPr id="116" name="object 48" descr=""/>
            <p:cNvPicPr/>
            <p:nvPr/>
          </p:nvPicPr>
          <p:blipFill>
            <a:blip r:embed="rId4"/>
            <a:stretch/>
          </p:blipFill>
          <p:spPr>
            <a:xfrm>
              <a:off x="0" y="3097800"/>
              <a:ext cx="722160" cy="1185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object 49" descr=""/>
            <p:cNvPicPr/>
            <p:nvPr/>
          </p:nvPicPr>
          <p:blipFill>
            <a:blip r:embed="rId5"/>
            <a:stretch/>
          </p:blipFill>
          <p:spPr>
            <a:xfrm>
              <a:off x="0" y="2894040"/>
              <a:ext cx="492120" cy="808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" name="object 50"/>
            <p:cNvSpPr/>
            <p:nvPr/>
          </p:nvSpPr>
          <p:spPr>
            <a:xfrm>
              <a:off x="0" y="4255560"/>
              <a:ext cx="541440" cy="888120"/>
            </a:xfrm>
            <a:custGeom>
              <a:avLst/>
              <a:gdLst>
                <a:gd name="textAreaLeft" fmla="*/ 0 w 541440"/>
                <a:gd name="textAreaRight" fmla="*/ 541800 w 54144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541655" h="888364">
                  <a:moveTo>
                    <a:pt x="0" y="887999"/>
                  </a:moveTo>
                  <a:lnTo>
                    <a:pt x="0" y="443226"/>
                  </a:lnTo>
                  <a:lnTo>
                    <a:pt x="541199" y="0"/>
                  </a:lnTo>
                  <a:lnTo>
                    <a:pt x="541199" y="444773"/>
                  </a:lnTo>
                  <a:lnTo>
                    <a:pt x="0" y="887999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object 51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object 52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745280" y="978120"/>
            <a:ext cx="5001480" cy="23436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4906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3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famous</a:t>
            </a:r>
            <a:r>
              <a:rPr b="1" lang="en-MY" sz="3000" spc="7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platforms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22" name="object 54"/>
          <p:cNvGrpSpPr/>
          <p:nvPr/>
        </p:nvGrpSpPr>
        <p:grpSpPr>
          <a:xfrm>
            <a:off x="884160" y="2216880"/>
            <a:ext cx="6536520" cy="1569240"/>
            <a:chOff x="884160" y="2216880"/>
            <a:chExt cx="6536520" cy="1569240"/>
          </a:xfrm>
        </p:grpSpPr>
        <p:sp>
          <p:nvSpPr>
            <p:cNvPr id="123" name="object 55"/>
            <p:cNvSpPr/>
            <p:nvPr/>
          </p:nvSpPr>
          <p:spPr>
            <a:xfrm>
              <a:off x="884160" y="2216880"/>
              <a:ext cx="1684440" cy="1569240"/>
            </a:xfrm>
            <a:custGeom>
              <a:avLst/>
              <a:gdLst>
                <a:gd name="textAreaLeft" fmla="*/ 0 w 1684440"/>
                <a:gd name="textAreaRight" fmla="*/ 1684800 w 1684440"/>
                <a:gd name="textAreaTop" fmla="*/ 0 h 1569240"/>
                <a:gd name="textAreaBottom" fmla="*/ 1569600 h 1569240"/>
              </a:gdLst>
              <a:ahLst/>
              <a:cxnLst/>
              <a:rect l="textAreaLeft" t="textAreaTop" r="textAreaRight" b="textAreaBottom"/>
              <a:pathLst>
                <a:path w="1684655" h="1569720">
                  <a:moveTo>
                    <a:pt x="842250" y="1569299"/>
                  </a:moveTo>
                  <a:lnTo>
                    <a:pt x="792761" y="1567967"/>
                  </a:lnTo>
                  <a:lnTo>
                    <a:pt x="744025" y="1564021"/>
                  </a:lnTo>
                  <a:lnTo>
                    <a:pt x="696122" y="1557532"/>
                  </a:lnTo>
                  <a:lnTo>
                    <a:pt x="649129" y="1548576"/>
                  </a:lnTo>
                  <a:lnTo>
                    <a:pt x="603127" y="1537226"/>
                  </a:lnTo>
                  <a:lnTo>
                    <a:pt x="558193" y="1523556"/>
                  </a:lnTo>
                  <a:lnTo>
                    <a:pt x="514408" y="1507638"/>
                  </a:lnTo>
                  <a:lnTo>
                    <a:pt x="471849" y="1489547"/>
                  </a:lnTo>
                  <a:lnTo>
                    <a:pt x="430597" y="1469356"/>
                  </a:lnTo>
                  <a:lnTo>
                    <a:pt x="390729" y="1447139"/>
                  </a:lnTo>
                  <a:lnTo>
                    <a:pt x="352326" y="1422969"/>
                  </a:lnTo>
                  <a:lnTo>
                    <a:pt x="315465" y="1396921"/>
                  </a:lnTo>
                  <a:lnTo>
                    <a:pt x="280227" y="1369067"/>
                  </a:lnTo>
                  <a:lnTo>
                    <a:pt x="246689" y="1339481"/>
                  </a:lnTo>
                  <a:lnTo>
                    <a:pt x="214931" y="1308237"/>
                  </a:lnTo>
                  <a:lnTo>
                    <a:pt x="185032" y="1275408"/>
                  </a:lnTo>
                  <a:lnTo>
                    <a:pt x="157072" y="1241068"/>
                  </a:lnTo>
                  <a:lnTo>
                    <a:pt x="131128" y="1205291"/>
                  </a:lnTo>
                  <a:lnTo>
                    <a:pt x="107280" y="1168150"/>
                  </a:lnTo>
                  <a:lnTo>
                    <a:pt x="85607" y="1129719"/>
                  </a:lnTo>
                  <a:lnTo>
                    <a:pt x="66188" y="1090071"/>
                  </a:lnTo>
                  <a:lnTo>
                    <a:pt x="49102" y="1049280"/>
                  </a:lnTo>
                  <a:lnTo>
                    <a:pt x="34427" y="1007419"/>
                  </a:lnTo>
                  <a:lnTo>
                    <a:pt x="22244" y="964563"/>
                  </a:lnTo>
                  <a:lnTo>
                    <a:pt x="12630" y="920784"/>
                  </a:lnTo>
                  <a:lnTo>
                    <a:pt x="5666" y="876156"/>
                  </a:lnTo>
                  <a:lnTo>
                    <a:pt x="1429" y="830754"/>
                  </a:lnTo>
                  <a:lnTo>
                    <a:pt x="0" y="784649"/>
                  </a:lnTo>
                  <a:lnTo>
                    <a:pt x="1429" y="738545"/>
                  </a:lnTo>
                  <a:lnTo>
                    <a:pt x="5666" y="693143"/>
                  </a:lnTo>
                  <a:lnTo>
                    <a:pt x="12630" y="648515"/>
                  </a:lnTo>
                  <a:lnTo>
                    <a:pt x="22244" y="604736"/>
                  </a:lnTo>
                  <a:lnTo>
                    <a:pt x="34427" y="561880"/>
                  </a:lnTo>
                  <a:lnTo>
                    <a:pt x="49102" y="520019"/>
                  </a:lnTo>
                  <a:lnTo>
                    <a:pt x="66188" y="479228"/>
                  </a:lnTo>
                  <a:lnTo>
                    <a:pt x="85607" y="439580"/>
                  </a:lnTo>
                  <a:lnTo>
                    <a:pt x="107280" y="401149"/>
                  </a:lnTo>
                  <a:lnTo>
                    <a:pt x="131128" y="364008"/>
                  </a:lnTo>
                  <a:lnTo>
                    <a:pt x="157072" y="328231"/>
                  </a:lnTo>
                  <a:lnTo>
                    <a:pt x="185032" y="293891"/>
                  </a:lnTo>
                  <a:lnTo>
                    <a:pt x="214931" y="261062"/>
                  </a:lnTo>
                  <a:lnTo>
                    <a:pt x="246689" y="229818"/>
                  </a:lnTo>
                  <a:lnTo>
                    <a:pt x="280227" y="200232"/>
                  </a:lnTo>
                  <a:lnTo>
                    <a:pt x="315465" y="172378"/>
                  </a:lnTo>
                  <a:lnTo>
                    <a:pt x="352326" y="146330"/>
                  </a:lnTo>
                  <a:lnTo>
                    <a:pt x="390729" y="122160"/>
                  </a:lnTo>
                  <a:lnTo>
                    <a:pt x="430597" y="99943"/>
                  </a:lnTo>
                  <a:lnTo>
                    <a:pt x="471849" y="79752"/>
                  </a:lnTo>
                  <a:lnTo>
                    <a:pt x="514408" y="61661"/>
                  </a:lnTo>
                  <a:lnTo>
                    <a:pt x="558193" y="45744"/>
                  </a:lnTo>
                  <a:lnTo>
                    <a:pt x="603127" y="32073"/>
                  </a:lnTo>
                  <a:lnTo>
                    <a:pt x="649129" y="20723"/>
                  </a:lnTo>
                  <a:lnTo>
                    <a:pt x="696122" y="11767"/>
                  </a:lnTo>
                  <a:lnTo>
                    <a:pt x="744025" y="5278"/>
                  </a:lnTo>
                  <a:lnTo>
                    <a:pt x="792761" y="1331"/>
                  </a:lnTo>
                  <a:lnTo>
                    <a:pt x="842250" y="0"/>
                  </a:lnTo>
                  <a:lnTo>
                    <a:pt x="891738" y="1331"/>
                  </a:lnTo>
                  <a:lnTo>
                    <a:pt x="940474" y="5278"/>
                  </a:lnTo>
                  <a:lnTo>
                    <a:pt x="988377" y="11767"/>
                  </a:lnTo>
                  <a:lnTo>
                    <a:pt x="1035370" y="20723"/>
                  </a:lnTo>
                  <a:lnTo>
                    <a:pt x="1081372" y="32073"/>
                  </a:lnTo>
                  <a:lnTo>
                    <a:pt x="1126306" y="45744"/>
                  </a:lnTo>
                  <a:lnTo>
                    <a:pt x="1170091" y="61661"/>
                  </a:lnTo>
                  <a:lnTo>
                    <a:pt x="1212650" y="79752"/>
                  </a:lnTo>
                  <a:lnTo>
                    <a:pt x="1253902" y="99943"/>
                  </a:lnTo>
                  <a:lnTo>
                    <a:pt x="1293770" y="122160"/>
                  </a:lnTo>
                  <a:lnTo>
                    <a:pt x="1332173" y="146330"/>
                  </a:lnTo>
                  <a:lnTo>
                    <a:pt x="1369034" y="172378"/>
                  </a:lnTo>
                  <a:lnTo>
                    <a:pt x="1404273" y="200232"/>
                  </a:lnTo>
                  <a:lnTo>
                    <a:pt x="1437810" y="229818"/>
                  </a:lnTo>
                  <a:lnTo>
                    <a:pt x="1469568" y="261062"/>
                  </a:lnTo>
                  <a:lnTo>
                    <a:pt x="1499467" y="293891"/>
                  </a:lnTo>
                  <a:lnTo>
                    <a:pt x="1527428" y="328231"/>
                  </a:lnTo>
                  <a:lnTo>
                    <a:pt x="1553371" y="364008"/>
                  </a:lnTo>
                  <a:lnTo>
                    <a:pt x="1577219" y="401149"/>
                  </a:lnTo>
                  <a:lnTo>
                    <a:pt x="1598892" y="439580"/>
                  </a:lnTo>
                  <a:lnTo>
                    <a:pt x="1618311" y="479228"/>
                  </a:lnTo>
                  <a:lnTo>
                    <a:pt x="1635398" y="520019"/>
                  </a:lnTo>
                  <a:lnTo>
                    <a:pt x="1650072" y="561880"/>
                  </a:lnTo>
                  <a:lnTo>
                    <a:pt x="1662255" y="604736"/>
                  </a:lnTo>
                  <a:lnTo>
                    <a:pt x="1671869" y="648515"/>
                  </a:lnTo>
                  <a:lnTo>
                    <a:pt x="1678833" y="693143"/>
                  </a:lnTo>
                  <a:lnTo>
                    <a:pt x="1683070" y="738545"/>
                  </a:lnTo>
                  <a:lnTo>
                    <a:pt x="1684500" y="784649"/>
                  </a:lnTo>
                  <a:lnTo>
                    <a:pt x="1683070" y="830754"/>
                  </a:lnTo>
                  <a:lnTo>
                    <a:pt x="1678833" y="876156"/>
                  </a:lnTo>
                  <a:lnTo>
                    <a:pt x="1671869" y="920784"/>
                  </a:lnTo>
                  <a:lnTo>
                    <a:pt x="1662255" y="964563"/>
                  </a:lnTo>
                  <a:lnTo>
                    <a:pt x="1650072" y="1007419"/>
                  </a:lnTo>
                  <a:lnTo>
                    <a:pt x="1635398" y="1049280"/>
                  </a:lnTo>
                  <a:lnTo>
                    <a:pt x="1618311" y="1090071"/>
                  </a:lnTo>
                  <a:lnTo>
                    <a:pt x="1598892" y="1129719"/>
                  </a:lnTo>
                  <a:lnTo>
                    <a:pt x="1577219" y="1168150"/>
                  </a:lnTo>
                  <a:lnTo>
                    <a:pt x="1553371" y="1205291"/>
                  </a:lnTo>
                  <a:lnTo>
                    <a:pt x="1527428" y="1241068"/>
                  </a:lnTo>
                  <a:lnTo>
                    <a:pt x="1499467" y="1275408"/>
                  </a:lnTo>
                  <a:lnTo>
                    <a:pt x="1469568" y="1308237"/>
                  </a:lnTo>
                  <a:lnTo>
                    <a:pt x="1437810" y="1339481"/>
                  </a:lnTo>
                  <a:lnTo>
                    <a:pt x="1404273" y="1369067"/>
                  </a:lnTo>
                  <a:lnTo>
                    <a:pt x="1369034" y="1396921"/>
                  </a:lnTo>
                  <a:lnTo>
                    <a:pt x="1332173" y="1422969"/>
                  </a:lnTo>
                  <a:lnTo>
                    <a:pt x="1293770" y="1447139"/>
                  </a:lnTo>
                  <a:lnTo>
                    <a:pt x="1253902" y="1469356"/>
                  </a:lnTo>
                  <a:lnTo>
                    <a:pt x="1212650" y="1489547"/>
                  </a:lnTo>
                  <a:lnTo>
                    <a:pt x="1170091" y="1507638"/>
                  </a:lnTo>
                  <a:lnTo>
                    <a:pt x="1126306" y="1523556"/>
                  </a:lnTo>
                  <a:lnTo>
                    <a:pt x="1081372" y="1537226"/>
                  </a:lnTo>
                  <a:lnTo>
                    <a:pt x="1035370" y="1548576"/>
                  </a:lnTo>
                  <a:lnTo>
                    <a:pt x="988377" y="1557532"/>
                  </a:lnTo>
                  <a:lnTo>
                    <a:pt x="940474" y="1564021"/>
                  </a:lnTo>
                  <a:lnTo>
                    <a:pt x="891738" y="1567967"/>
                  </a:lnTo>
                  <a:lnTo>
                    <a:pt x="842250" y="15692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4" name="object 56" descr=""/>
            <p:cNvPicPr/>
            <p:nvPr/>
          </p:nvPicPr>
          <p:blipFill>
            <a:blip r:embed="rId6"/>
            <a:stretch/>
          </p:blipFill>
          <p:spPr>
            <a:xfrm>
              <a:off x="991440" y="2316600"/>
              <a:ext cx="1469880" cy="136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" name="object 57"/>
            <p:cNvSpPr/>
            <p:nvPr/>
          </p:nvSpPr>
          <p:spPr>
            <a:xfrm>
              <a:off x="2511360" y="2216880"/>
              <a:ext cx="1684440" cy="1569240"/>
            </a:xfrm>
            <a:custGeom>
              <a:avLst/>
              <a:gdLst>
                <a:gd name="textAreaLeft" fmla="*/ 0 w 1684440"/>
                <a:gd name="textAreaRight" fmla="*/ 1684800 w 1684440"/>
                <a:gd name="textAreaTop" fmla="*/ 0 h 1569240"/>
                <a:gd name="textAreaBottom" fmla="*/ 1569600 h 1569240"/>
              </a:gdLst>
              <a:ahLst/>
              <a:cxnLst/>
              <a:rect l="textAreaLeft" t="textAreaTop" r="textAreaRight" b="textAreaBottom"/>
              <a:pathLst>
                <a:path w="1684654" h="1569720">
                  <a:moveTo>
                    <a:pt x="842250" y="1569299"/>
                  </a:moveTo>
                  <a:lnTo>
                    <a:pt x="792761" y="1567967"/>
                  </a:lnTo>
                  <a:lnTo>
                    <a:pt x="744025" y="1564021"/>
                  </a:lnTo>
                  <a:lnTo>
                    <a:pt x="696122" y="1557532"/>
                  </a:lnTo>
                  <a:lnTo>
                    <a:pt x="649129" y="1548576"/>
                  </a:lnTo>
                  <a:lnTo>
                    <a:pt x="603127" y="1537226"/>
                  </a:lnTo>
                  <a:lnTo>
                    <a:pt x="558193" y="1523556"/>
                  </a:lnTo>
                  <a:lnTo>
                    <a:pt x="514408" y="1507638"/>
                  </a:lnTo>
                  <a:lnTo>
                    <a:pt x="471849" y="1489547"/>
                  </a:lnTo>
                  <a:lnTo>
                    <a:pt x="430597" y="1469356"/>
                  </a:lnTo>
                  <a:lnTo>
                    <a:pt x="390729" y="1447139"/>
                  </a:lnTo>
                  <a:lnTo>
                    <a:pt x="352326" y="1422969"/>
                  </a:lnTo>
                  <a:lnTo>
                    <a:pt x="315465" y="1396921"/>
                  </a:lnTo>
                  <a:lnTo>
                    <a:pt x="280227" y="1369067"/>
                  </a:lnTo>
                  <a:lnTo>
                    <a:pt x="246689" y="1339481"/>
                  </a:lnTo>
                  <a:lnTo>
                    <a:pt x="214931" y="1308237"/>
                  </a:lnTo>
                  <a:lnTo>
                    <a:pt x="185032" y="1275408"/>
                  </a:lnTo>
                  <a:lnTo>
                    <a:pt x="157072" y="1241068"/>
                  </a:lnTo>
                  <a:lnTo>
                    <a:pt x="131128" y="1205291"/>
                  </a:lnTo>
                  <a:lnTo>
                    <a:pt x="107280" y="1168150"/>
                  </a:lnTo>
                  <a:lnTo>
                    <a:pt x="85607" y="1129719"/>
                  </a:lnTo>
                  <a:lnTo>
                    <a:pt x="66188" y="1090071"/>
                  </a:lnTo>
                  <a:lnTo>
                    <a:pt x="49102" y="1049280"/>
                  </a:lnTo>
                  <a:lnTo>
                    <a:pt x="34427" y="1007419"/>
                  </a:lnTo>
                  <a:lnTo>
                    <a:pt x="22244" y="964563"/>
                  </a:lnTo>
                  <a:lnTo>
                    <a:pt x="12630" y="920784"/>
                  </a:lnTo>
                  <a:lnTo>
                    <a:pt x="5666" y="876156"/>
                  </a:lnTo>
                  <a:lnTo>
                    <a:pt x="1429" y="830754"/>
                  </a:lnTo>
                  <a:lnTo>
                    <a:pt x="0" y="784649"/>
                  </a:lnTo>
                  <a:lnTo>
                    <a:pt x="1429" y="738545"/>
                  </a:lnTo>
                  <a:lnTo>
                    <a:pt x="5666" y="693143"/>
                  </a:lnTo>
                  <a:lnTo>
                    <a:pt x="12630" y="648515"/>
                  </a:lnTo>
                  <a:lnTo>
                    <a:pt x="22244" y="604736"/>
                  </a:lnTo>
                  <a:lnTo>
                    <a:pt x="34427" y="561880"/>
                  </a:lnTo>
                  <a:lnTo>
                    <a:pt x="49102" y="520019"/>
                  </a:lnTo>
                  <a:lnTo>
                    <a:pt x="66188" y="479228"/>
                  </a:lnTo>
                  <a:lnTo>
                    <a:pt x="85607" y="439580"/>
                  </a:lnTo>
                  <a:lnTo>
                    <a:pt x="107280" y="401149"/>
                  </a:lnTo>
                  <a:lnTo>
                    <a:pt x="131128" y="364008"/>
                  </a:lnTo>
                  <a:lnTo>
                    <a:pt x="157072" y="328231"/>
                  </a:lnTo>
                  <a:lnTo>
                    <a:pt x="185032" y="293891"/>
                  </a:lnTo>
                  <a:lnTo>
                    <a:pt x="214931" y="261062"/>
                  </a:lnTo>
                  <a:lnTo>
                    <a:pt x="246689" y="229818"/>
                  </a:lnTo>
                  <a:lnTo>
                    <a:pt x="280227" y="200232"/>
                  </a:lnTo>
                  <a:lnTo>
                    <a:pt x="315465" y="172378"/>
                  </a:lnTo>
                  <a:lnTo>
                    <a:pt x="352326" y="146330"/>
                  </a:lnTo>
                  <a:lnTo>
                    <a:pt x="390729" y="122160"/>
                  </a:lnTo>
                  <a:lnTo>
                    <a:pt x="430597" y="99943"/>
                  </a:lnTo>
                  <a:lnTo>
                    <a:pt x="471849" y="79752"/>
                  </a:lnTo>
                  <a:lnTo>
                    <a:pt x="514408" y="61661"/>
                  </a:lnTo>
                  <a:lnTo>
                    <a:pt x="558193" y="45744"/>
                  </a:lnTo>
                  <a:lnTo>
                    <a:pt x="603127" y="32073"/>
                  </a:lnTo>
                  <a:lnTo>
                    <a:pt x="649129" y="20723"/>
                  </a:lnTo>
                  <a:lnTo>
                    <a:pt x="696122" y="11767"/>
                  </a:lnTo>
                  <a:lnTo>
                    <a:pt x="744025" y="5278"/>
                  </a:lnTo>
                  <a:lnTo>
                    <a:pt x="792761" y="1331"/>
                  </a:lnTo>
                  <a:lnTo>
                    <a:pt x="842250" y="0"/>
                  </a:lnTo>
                  <a:lnTo>
                    <a:pt x="891738" y="1331"/>
                  </a:lnTo>
                  <a:lnTo>
                    <a:pt x="940474" y="5278"/>
                  </a:lnTo>
                  <a:lnTo>
                    <a:pt x="988377" y="11767"/>
                  </a:lnTo>
                  <a:lnTo>
                    <a:pt x="1035370" y="20723"/>
                  </a:lnTo>
                  <a:lnTo>
                    <a:pt x="1081372" y="32073"/>
                  </a:lnTo>
                  <a:lnTo>
                    <a:pt x="1126306" y="45744"/>
                  </a:lnTo>
                  <a:lnTo>
                    <a:pt x="1170091" y="61661"/>
                  </a:lnTo>
                  <a:lnTo>
                    <a:pt x="1212650" y="79752"/>
                  </a:lnTo>
                  <a:lnTo>
                    <a:pt x="1253902" y="99943"/>
                  </a:lnTo>
                  <a:lnTo>
                    <a:pt x="1293770" y="122160"/>
                  </a:lnTo>
                  <a:lnTo>
                    <a:pt x="1332173" y="146330"/>
                  </a:lnTo>
                  <a:lnTo>
                    <a:pt x="1369034" y="172378"/>
                  </a:lnTo>
                  <a:lnTo>
                    <a:pt x="1404273" y="200232"/>
                  </a:lnTo>
                  <a:lnTo>
                    <a:pt x="1437810" y="229818"/>
                  </a:lnTo>
                  <a:lnTo>
                    <a:pt x="1469568" y="261062"/>
                  </a:lnTo>
                  <a:lnTo>
                    <a:pt x="1499467" y="293891"/>
                  </a:lnTo>
                  <a:lnTo>
                    <a:pt x="1527428" y="328231"/>
                  </a:lnTo>
                  <a:lnTo>
                    <a:pt x="1553371" y="364008"/>
                  </a:lnTo>
                  <a:lnTo>
                    <a:pt x="1577219" y="401149"/>
                  </a:lnTo>
                  <a:lnTo>
                    <a:pt x="1598892" y="439580"/>
                  </a:lnTo>
                  <a:lnTo>
                    <a:pt x="1618311" y="479228"/>
                  </a:lnTo>
                  <a:lnTo>
                    <a:pt x="1635398" y="520019"/>
                  </a:lnTo>
                  <a:lnTo>
                    <a:pt x="1650072" y="561880"/>
                  </a:lnTo>
                  <a:lnTo>
                    <a:pt x="1662255" y="604736"/>
                  </a:lnTo>
                  <a:lnTo>
                    <a:pt x="1671869" y="648515"/>
                  </a:lnTo>
                  <a:lnTo>
                    <a:pt x="1678833" y="693143"/>
                  </a:lnTo>
                  <a:lnTo>
                    <a:pt x="1683070" y="738545"/>
                  </a:lnTo>
                  <a:lnTo>
                    <a:pt x="1684500" y="784649"/>
                  </a:lnTo>
                  <a:lnTo>
                    <a:pt x="1683070" y="830754"/>
                  </a:lnTo>
                  <a:lnTo>
                    <a:pt x="1678833" y="876156"/>
                  </a:lnTo>
                  <a:lnTo>
                    <a:pt x="1671869" y="920784"/>
                  </a:lnTo>
                  <a:lnTo>
                    <a:pt x="1662255" y="964563"/>
                  </a:lnTo>
                  <a:lnTo>
                    <a:pt x="1650072" y="1007419"/>
                  </a:lnTo>
                  <a:lnTo>
                    <a:pt x="1635398" y="1049280"/>
                  </a:lnTo>
                  <a:lnTo>
                    <a:pt x="1618311" y="1090071"/>
                  </a:lnTo>
                  <a:lnTo>
                    <a:pt x="1598892" y="1129719"/>
                  </a:lnTo>
                  <a:lnTo>
                    <a:pt x="1577219" y="1168150"/>
                  </a:lnTo>
                  <a:lnTo>
                    <a:pt x="1553371" y="1205291"/>
                  </a:lnTo>
                  <a:lnTo>
                    <a:pt x="1527428" y="1241068"/>
                  </a:lnTo>
                  <a:lnTo>
                    <a:pt x="1499467" y="1275408"/>
                  </a:lnTo>
                  <a:lnTo>
                    <a:pt x="1469568" y="1308237"/>
                  </a:lnTo>
                  <a:lnTo>
                    <a:pt x="1437810" y="1339481"/>
                  </a:lnTo>
                  <a:lnTo>
                    <a:pt x="1404273" y="1369067"/>
                  </a:lnTo>
                  <a:lnTo>
                    <a:pt x="1369034" y="1396921"/>
                  </a:lnTo>
                  <a:lnTo>
                    <a:pt x="1332173" y="1422969"/>
                  </a:lnTo>
                  <a:lnTo>
                    <a:pt x="1293770" y="1447139"/>
                  </a:lnTo>
                  <a:lnTo>
                    <a:pt x="1253902" y="1469356"/>
                  </a:lnTo>
                  <a:lnTo>
                    <a:pt x="1212650" y="1489547"/>
                  </a:lnTo>
                  <a:lnTo>
                    <a:pt x="1170091" y="1507638"/>
                  </a:lnTo>
                  <a:lnTo>
                    <a:pt x="1126306" y="1523556"/>
                  </a:lnTo>
                  <a:lnTo>
                    <a:pt x="1081372" y="1537226"/>
                  </a:lnTo>
                  <a:lnTo>
                    <a:pt x="1035370" y="1548576"/>
                  </a:lnTo>
                  <a:lnTo>
                    <a:pt x="988377" y="1557532"/>
                  </a:lnTo>
                  <a:lnTo>
                    <a:pt x="940474" y="1564021"/>
                  </a:lnTo>
                  <a:lnTo>
                    <a:pt x="891738" y="1567967"/>
                  </a:lnTo>
                  <a:lnTo>
                    <a:pt x="842250" y="15692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6" name="object 58" descr=""/>
            <p:cNvPicPr/>
            <p:nvPr/>
          </p:nvPicPr>
          <p:blipFill>
            <a:blip r:embed="rId7"/>
            <a:stretch/>
          </p:blipFill>
          <p:spPr>
            <a:xfrm>
              <a:off x="2618640" y="2316600"/>
              <a:ext cx="1469880" cy="136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7" name="object 59"/>
            <p:cNvSpPr/>
            <p:nvPr/>
          </p:nvSpPr>
          <p:spPr>
            <a:xfrm>
              <a:off x="4109040" y="2216880"/>
              <a:ext cx="1684440" cy="1569240"/>
            </a:xfrm>
            <a:custGeom>
              <a:avLst/>
              <a:gdLst>
                <a:gd name="textAreaLeft" fmla="*/ 0 w 1684440"/>
                <a:gd name="textAreaRight" fmla="*/ 1684800 w 1684440"/>
                <a:gd name="textAreaTop" fmla="*/ 0 h 1569240"/>
                <a:gd name="textAreaBottom" fmla="*/ 1569600 h 1569240"/>
              </a:gdLst>
              <a:ahLst/>
              <a:cxnLst/>
              <a:rect l="textAreaLeft" t="textAreaTop" r="textAreaRight" b="textAreaBottom"/>
              <a:pathLst>
                <a:path w="1684654" h="1569720">
                  <a:moveTo>
                    <a:pt x="842249" y="1569300"/>
                  </a:moveTo>
                  <a:lnTo>
                    <a:pt x="792761" y="1567968"/>
                  </a:lnTo>
                  <a:lnTo>
                    <a:pt x="744025" y="1564021"/>
                  </a:lnTo>
                  <a:lnTo>
                    <a:pt x="696122" y="1557533"/>
                  </a:lnTo>
                  <a:lnTo>
                    <a:pt x="649129" y="1548577"/>
                  </a:lnTo>
                  <a:lnTo>
                    <a:pt x="603127" y="1537226"/>
                  </a:lnTo>
                  <a:lnTo>
                    <a:pt x="558193" y="1523556"/>
                  </a:lnTo>
                  <a:lnTo>
                    <a:pt x="514408" y="1507638"/>
                  </a:lnTo>
                  <a:lnTo>
                    <a:pt x="471849" y="1489547"/>
                  </a:lnTo>
                  <a:lnTo>
                    <a:pt x="430597" y="1469356"/>
                  </a:lnTo>
                  <a:lnTo>
                    <a:pt x="390729" y="1447139"/>
                  </a:lnTo>
                  <a:lnTo>
                    <a:pt x="352326" y="1422969"/>
                  </a:lnTo>
                  <a:lnTo>
                    <a:pt x="315465" y="1396921"/>
                  </a:lnTo>
                  <a:lnTo>
                    <a:pt x="280226" y="1369067"/>
                  </a:lnTo>
                  <a:lnTo>
                    <a:pt x="246689" y="1339481"/>
                  </a:lnTo>
                  <a:lnTo>
                    <a:pt x="214931" y="1308237"/>
                  </a:lnTo>
                  <a:lnTo>
                    <a:pt x="185032" y="1275408"/>
                  </a:lnTo>
                  <a:lnTo>
                    <a:pt x="157072" y="1241068"/>
                  </a:lnTo>
                  <a:lnTo>
                    <a:pt x="131128" y="1205291"/>
                  </a:lnTo>
                  <a:lnTo>
                    <a:pt x="107280" y="1168150"/>
                  </a:lnTo>
                  <a:lnTo>
                    <a:pt x="85607" y="1129719"/>
                  </a:lnTo>
                  <a:lnTo>
                    <a:pt x="66188" y="1090071"/>
                  </a:lnTo>
                  <a:lnTo>
                    <a:pt x="49102" y="1049280"/>
                  </a:lnTo>
                  <a:lnTo>
                    <a:pt x="34427" y="1007419"/>
                  </a:lnTo>
                  <a:lnTo>
                    <a:pt x="22244" y="964563"/>
                  </a:lnTo>
                  <a:lnTo>
                    <a:pt x="12630" y="920784"/>
                  </a:lnTo>
                  <a:lnTo>
                    <a:pt x="5666" y="876156"/>
                  </a:lnTo>
                  <a:lnTo>
                    <a:pt x="1429" y="830754"/>
                  </a:lnTo>
                  <a:lnTo>
                    <a:pt x="0" y="784649"/>
                  </a:lnTo>
                  <a:lnTo>
                    <a:pt x="1429" y="738545"/>
                  </a:lnTo>
                  <a:lnTo>
                    <a:pt x="5666" y="693143"/>
                  </a:lnTo>
                  <a:lnTo>
                    <a:pt x="12630" y="648515"/>
                  </a:lnTo>
                  <a:lnTo>
                    <a:pt x="22244" y="604736"/>
                  </a:lnTo>
                  <a:lnTo>
                    <a:pt x="34427" y="561880"/>
                  </a:lnTo>
                  <a:lnTo>
                    <a:pt x="49102" y="520019"/>
                  </a:lnTo>
                  <a:lnTo>
                    <a:pt x="66188" y="479228"/>
                  </a:lnTo>
                  <a:lnTo>
                    <a:pt x="85607" y="439580"/>
                  </a:lnTo>
                  <a:lnTo>
                    <a:pt x="107280" y="401149"/>
                  </a:lnTo>
                  <a:lnTo>
                    <a:pt x="131128" y="364008"/>
                  </a:lnTo>
                  <a:lnTo>
                    <a:pt x="157072" y="328231"/>
                  </a:lnTo>
                  <a:lnTo>
                    <a:pt x="185032" y="293891"/>
                  </a:lnTo>
                  <a:lnTo>
                    <a:pt x="214931" y="261062"/>
                  </a:lnTo>
                  <a:lnTo>
                    <a:pt x="246689" y="229818"/>
                  </a:lnTo>
                  <a:lnTo>
                    <a:pt x="280226" y="200232"/>
                  </a:lnTo>
                  <a:lnTo>
                    <a:pt x="315465" y="172378"/>
                  </a:lnTo>
                  <a:lnTo>
                    <a:pt x="352326" y="146330"/>
                  </a:lnTo>
                  <a:lnTo>
                    <a:pt x="390729" y="122160"/>
                  </a:lnTo>
                  <a:lnTo>
                    <a:pt x="430597" y="99943"/>
                  </a:lnTo>
                  <a:lnTo>
                    <a:pt x="471849" y="79752"/>
                  </a:lnTo>
                  <a:lnTo>
                    <a:pt x="514408" y="61661"/>
                  </a:lnTo>
                  <a:lnTo>
                    <a:pt x="558193" y="45744"/>
                  </a:lnTo>
                  <a:lnTo>
                    <a:pt x="603127" y="32073"/>
                  </a:lnTo>
                  <a:lnTo>
                    <a:pt x="649129" y="20723"/>
                  </a:lnTo>
                  <a:lnTo>
                    <a:pt x="696122" y="11767"/>
                  </a:lnTo>
                  <a:lnTo>
                    <a:pt x="744025" y="5278"/>
                  </a:lnTo>
                  <a:lnTo>
                    <a:pt x="792761" y="1331"/>
                  </a:lnTo>
                  <a:lnTo>
                    <a:pt x="842249" y="0"/>
                  </a:lnTo>
                  <a:lnTo>
                    <a:pt x="891738" y="1331"/>
                  </a:lnTo>
                  <a:lnTo>
                    <a:pt x="940474" y="5278"/>
                  </a:lnTo>
                  <a:lnTo>
                    <a:pt x="988377" y="11767"/>
                  </a:lnTo>
                  <a:lnTo>
                    <a:pt x="1035370" y="20723"/>
                  </a:lnTo>
                  <a:lnTo>
                    <a:pt x="1081372" y="32073"/>
                  </a:lnTo>
                  <a:lnTo>
                    <a:pt x="1126306" y="45744"/>
                  </a:lnTo>
                  <a:lnTo>
                    <a:pt x="1170091" y="61661"/>
                  </a:lnTo>
                  <a:lnTo>
                    <a:pt x="1212650" y="79752"/>
                  </a:lnTo>
                  <a:lnTo>
                    <a:pt x="1253902" y="99943"/>
                  </a:lnTo>
                  <a:lnTo>
                    <a:pt x="1293770" y="122160"/>
                  </a:lnTo>
                  <a:lnTo>
                    <a:pt x="1332173" y="146330"/>
                  </a:lnTo>
                  <a:lnTo>
                    <a:pt x="1369034" y="172378"/>
                  </a:lnTo>
                  <a:lnTo>
                    <a:pt x="1404272" y="200232"/>
                  </a:lnTo>
                  <a:lnTo>
                    <a:pt x="1437810" y="229818"/>
                  </a:lnTo>
                  <a:lnTo>
                    <a:pt x="1469568" y="261062"/>
                  </a:lnTo>
                  <a:lnTo>
                    <a:pt x="1499467" y="293891"/>
                  </a:lnTo>
                  <a:lnTo>
                    <a:pt x="1527427" y="328231"/>
                  </a:lnTo>
                  <a:lnTo>
                    <a:pt x="1553371" y="364008"/>
                  </a:lnTo>
                  <a:lnTo>
                    <a:pt x="1577219" y="401149"/>
                  </a:lnTo>
                  <a:lnTo>
                    <a:pt x="1598892" y="439580"/>
                  </a:lnTo>
                  <a:lnTo>
                    <a:pt x="1618311" y="479228"/>
                  </a:lnTo>
                  <a:lnTo>
                    <a:pt x="1635397" y="520019"/>
                  </a:lnTo>
                  <a:lnTo>
                    <a:pt x="1650072" y="561880"/>
                  </a:lnTo>
                  <a:lnTo>
                    <a:pt x="1662255" y="604736"/>
                  </a:lnTo>
                  <a:lnTo>
                    <a:pt x="1671869" y="648515"/>
                  </a:lnTo>
                  <a:lnTo>
                    <a:pt x="1678833" y="693143"/>
                  </a:lnTo>
                  <a:lnTo>
                    <a:pt x="1683070" y="738545"/>
                  </a:lnTo>
                  <a:lnTo>
                    <a:pt x="1684499" y="784649"/>
                  </a:lnTo>
                  <a:lnTo>
                    <a:pt x="1683070" y="830754"/>
                  </a:lnTo>
                  <a:lnTo>
                    <a:pt x="1678833" y="876156"/>
                  </a:lnTo>
                  <a:lnTo>
                    <a:pt x="1671869" y="920784"/>
                  </a:lnTo>
                  <a:lnTo>
                    <a:pt x="1662255" y="964563"/>
                  </a:lnTo>
                  <a:lnTo>
                    <a:pt x="1650072" y="1007419"/>
                  </a:lnTo>
                  <a:lnTo>
                    <a:pt x="1635397" y="1049280"/>
                  </a:lnTo>
                  <a:lnTo>
                    <a:pt x="1618311" y="1090071"/>
                  </a:lnTo>
                  <a:lnTo>
                    <a:pt x="1598892" y="1129719"/>
                  </a:lnTo>
                  <a:lnTo>
                    <a:pt x="1577219" y="1168150"/>
                  </a:lnTo>
                  <a:lnTo>
                    <a:pt x="1553371" y="1205291"/>
                  </a:lnTo>
                  <a:lnTo>
                    <a:pt x="1527427" y="1241068"/>
                  </a:lnTo>
                  <a:lnTo>
                    <a:pt x="1499467" y="1275408"/>
                  </a:lnTo>
                  <a:lnTo>
                    <a:pt x="1469568" y="1308237"/>
                  </a:lnTo>
                  <a:lnTo>
                    <a:pt x="1437810" y="1339481"/>
                  </a:lnTo>
                  <a:lnTo>
                    <a:pt x="1404272" y="1369067"/>
                  </a:lnTo>
                  <a:lnTo>
                    <a:pt x="1369034" y="1396921"/>
                  </a:lnTo>
                  <a:lnTo>
                    <a:pt x="1332173" y="1422969"/>
                  </a:lnTo>
                  <a:lnTo>
                    <a:pt x="1293770" y="1447139"/>
                  </a:lnTo>
                  <a:lnTo>
                    <a:pt x="1253902" y="1469356"/>
                  </a:lnTo>
                  <a:lnTo>
                    <a:pt x="1212650" y="1489547"/>
                  </a:lnTo>
                  <a:lnTo>
                    <a:pt x="1170091" y="1507638"/>
                  </a:lnTo>
                  <a:lnTo>
                    <a:pt x="1126306" y="1523556"/>
                  </a:lnTo>
                  <a:lnTo>
                    <a:pt x="1081372" y="1537226"/>
                  </a:lnTo>
                  <a:lnTo>
                    <a:pt x="1035370" y="1548577"/>
                  </a:lnTo>
                  <a:lnTo>
                    <a:pt x="988377" y="1557533"/>
                  </a:lnTo>
                  <a:lnTo>
                    <a:pt x="940474" y="1564021"/>
                  </a:lnTo>
                  <a:lnTo>
                    <a:pt x="891738" y="1567968"/>
                  </a:lnTo>
                  <a:lnTo>
                    <a:pt x="842249" y="15693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8" name="object 60" descr=""/>
            <p:cNvPicPr/>
            <p:nvPr/>
          </p:nvPicPr>
          <p:blipFill>
            <a:blip r:embed="rId8"/>
            <a:stretch/>
          </p:blipFill>
          <p:spPr>
            <a:xfrm>
              <a:off x="4216320" y="2316600"/>
              <a:ext cx="1469880" cy="136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9" name="object 61"/>
            <p:cNvSpPr/>
            <p:nvPr/>
          </p:nvSpPr>
          <p:spPr>
            <a:xfrm>
              <a:off x="5736240" y="2216880"/>
              <a:ext cx="1684440" cy="1569240"/>
            </a:xfrm>
            <a:custGeom>
              <a:avLst/>
              <a:gdLst>
                <a:gd name="textAreaLeft" fmla="*/ 0 w 1684440"/>
                <a:gd name="textAreaRight" fmla="*/ 1684800 w 1684440"/>
                <a:gd name="textAreaTop" fmla="*/ 0 h 1569240"/>
                <a:gd name="textAreaBottom" fmla="*/ 1569600 h 1569240"/>
              </a:gdLst>
              <a:ahLst/>
              <a:cxnLst/>
              <a:rect l="textAreaLeft" t="textAreaTop" r="textAreaRight" b="textAreaBottom"/>
              <a:pathLst>
                <a:path w="1684654" h="1569720">
                  <a:moveTo>
                    <a:pt x="842249" y="1569300"/>
                  </a:moveTo>
                  <a:lnTo>
                    <a:pt x="792761" y="1567968"/>
                  </a:lnTo>
                  <a:lnTo>
                    <a:pt x="744025" y="1564021"/>
                  </a:lnTo>
                  <a:lnTo>
                    <a:pt x="696122" y="1557533"/>
                  </a:lnTo>
                  <a:lnTo>
                    <a:pt x="649129" y="1548577"/>
                  </a:lnTo>
                  <a:lnTo>
                    <a:pt x="603127" y="1537226"/>
                  </a:lnTo>
                  <a:lnTo>
                    <a:pt x="558193" y="1523556"/>
                  </a:lnTo>
                  <a:lnTo>
                    <a:pt x="514408" y="1507638"/>
                  </a:lnTo>
                  <a:lnTo>
                    <a:pt x="471849" y="1489547"/>
                  </a:lnTo>
                  <a:lnTo>
                    <a:pt x="430597" y="1469356"/>
                  </a:lnTo>
                  <a:lnTo>
                    <a:pt x="390729" y="1447139"/>
                  </a:lnTo>
                  <a:lnTo>
                    <a:pt x="352326" y="1422969"/>
                  </a:lnTo>
                  <a:lnTo>
                    <a:pt x="315465" y="1396921"/>
                  </a:lnTo>
                  <a:lnTo>
                    <a:pt x="280226" y="1369067"/>
                  </a:lnTo>
                  <a:lnTo>
                    <a:pt x="246689" y="1339481"/>
                  </a:lnTo>
                  <a:lnTo>
                    <a:pt x="214931" y="1308237"/>
                  </a:lnTo>
                  <a:lnTo>
                    <a:pt x="185032" y="1275408"/>
                  </a:lnTo>
                  <a:lnTo>
                    <a:pt x="157072" y="1241068"/>
                  </a:lnTo>
                  <a:lnTo>
                    <a:pt x="131128" y="1205291"/>
                  </a:lnTo>
                  <a:lnTo>
                    <a:pt x="107280" y="1168150"/>
                  </a:lnTo>
                  <a:lnTo>
                    <a:pt x="85607" y="1129719"/>
                  </a:lnTo>
                  <a:lnTo>
                    <a:pt x="66188" y="1090071"/>
                  </a:lnTo>
                  <a:lnTo>
                    <a:pt x="49102" y="1049280"/>
                  </a:lnTo>
                  <a:lnTo>
                    <a:pt x="34427" y="1007419"/>
                  </a:lnTo>
                  <a:lnTo>
                    <a:pt x="22244" y="964563"/>
                  </a:lnTo>
                  <a:lnTo>
                    <a:pt x="12630" y="920784"/>
                  </a:lnTo>
                  <a:lnTo>
                    <a:pt x="5666" y="876156"/>
                  </a:lnTo>
                  <a:lnTo>
                    <a:pt x="1429" y="830754"/>
                  </a:lnTo>
                  <a:lnTo>
                    <a:pt x="0" y="784649"/>
                  </a:lnTo>
                  <a:lnTo>
                    <a:pt x="1429" y="738545"/>
                  </a:lnTo>
                  <a:lnTo>
                    <a:pt x="5666" y="693143"/>
                  </a:lnTo>
                  <a:lnTo>
                    <a:pt x="12630" y="648515"/>
                  </a:lnTo>
                  <a:lnTo>
                    <a:pt x="22244" y="604736"/>
                  </a:lnTo>
                  <a:lnTo>
                    <a:pt x="34427" y="561880"/>
                  </a:lnTo>
                  <a:lnTo>
                    <a:pt x="49102" y="520019"/>
                  </a:lnTo>
                  <a:lnTo>
                    <a:pt x="66188" y="479228"/>
                  </a:lnTo>
                  <a:lnTo>
                    <a:pt x="85607" y="439580"/>
                  </a:lnTo>
                  <a:lnTo>
                    <a:pt x="107280" y="401149"/>
                  </a:lnTo>
                  <a:lnTo>
                    <a:pt x="131128" y="364008"/>
                  </a:lnTo>
                  <a:lnTo>
                    <a:pt x="157072" y="328231"/>
                  </a:lnTo>
                  <a:lnTo>
                    <a:pt x="185032" y="293891"/>
                  </a:lnTo>
                  <a:lnTo>
                    <a:pt x="214931" y="261062"/>
                  </a:lnTo>
                  <a:lnTo>
                    <a:pt x="246689" y="229818"/>
                  </a:lnTo>
                  <a:lnTo>
                    <a:pt x="280226" y="200232"/>
                  </a:lnTo>
                  <a:lnTo>
                    <a:pt x="315465" y="172378"/>
                  </a:lnTo>
                  <a:lnTo>
                    <a:pt x="352326" y="146330"/>
                  </a:lnTo>
                  <a:lnTo>
                    <a:pt x="390729" y="122160"/>
                  </a:lnTo>
                  <a:lnTo>
                    <a:pt x="430597" y="99943"/>
                  </a:lnTo>
                  <a:lnTo>
                    <a:pt x="471849" y="79752"/>
                  </a:lnTo>
                  <a:lnTo>
                    <a:pt x="514408" y="61661"/>
                  </a:lnTo>
                  <a:lnTo>
                    <a:pt x="558193" y="45744"/>
                  </a:lnTo>
                  <a:lnTo>
                    <a:pt x="603127" y="32073"/>
                  </a:lnTo>
                  <a:lnTo>
                    <a:pt x="649129" y="20723"/>
                  </a:lnTo>
                  <a:lnTo>
                    <a:pt x="696122" y="11767"/>
                  </a:lnTo>
                  <a:lnTo>
                    <a:pt x="744025" y="5278"/>
                  </a:lnTo>
                  <a:lnTo>
                    <a:pt x="792761" y="1331"/>
                  </a:lnTo>
                  <a:lnTo>
                    <a:pt x="842249" y="0"/>
                  </a:lnTo>
                  <a:lnTo>
                    <a:pt x="891738" y="1331"/>
                  </a:lnTo>
                  <a:lnTo>
                    <a:pt x="940474" y="5278"/>
                  </a:lnTo>
                  <a:lnTo>
                    <a:pt x="988377" y="11767"/>
                  </a:lnTo>
                  <a:lnTo>
                    <a:pt x="1035370" y="20723"/>
                  </a:lnTo>
                  <a:lnTo>
                    <a:pt x="1081372" y="32073"/>
                  </a:lnTo>
                  <a:lnTo>
                    <a:pt x="1126306" y="45744"/>
                  </a:lnTo>
                  <a:lnTo>
                    <a:pt x="1170091" y="61661"/>
                  </a:lnTo>
                  <a:lnTo>
                    <a:pt x="1212650" y="79752"/>
                  </a:lnTo>
                  <a:lnTo>
                    <a:pt x="1253902" y="99943"/>
                  </a:lnTo>
                  <a:lnTo>
                    <a:pt x="1293770" y="122160"/>
                  </a:lnTo>
                  <a:lnTo>
                    <a:pt x="1332173" y="146330"/>
                  </a:lnTo>
                  <a:lnTo>
                    <a:pt x="1369034" y="172378"/>
                  </a:lnTo>
                  <a:lnTo>
                    <a:pt x="1404273" y="200232"/>
                  </a:lnTo>
                  <a:lnTo>
                    <a:pt x="1437810" y="229818"/>
                  </a:lnTo>
                  <a:lnTo>
                    <a:pt x="1469568" y="261062"/>
                  </a:lnTo>
                  <a:lnTo>
                    <a:pt x="1499467" y="293891"/>
                  </a:lnTo>
                  <a:lnTo>
                    <a:pt x="1527427" y="328231"/>
                  </a:lnTo>
                  <a:lnTo>
                    <a:pt x="1553371" y="364008"/>
                  </a:lnTo>
                  <a:lnTo>
                    <a:pt x="1577219" y="401149"/>
                  </a:lnTo>
                  <a:lnTo>
                    <a:pt x="1598892" y="439580"/>
                  </a:lnTo>
                  <a:lnTo>
                    <a:pt x="1618311" y="479228"/>
                  </a:lnTo>
                  <a:lnTo>
                    <a:pt x="1635397" y="520019"/>
                  </a:lnTo>
                  <a:lnTo>
                    <a:pt x="1650072" y="561880"/>
                  </a:lnTo>
                  <a:lnTo>
                    <a:pt x="1662255" y="604736"/>
                  </a:lnTo>
                  <a:lnTo>
                    <a:pt x="1671869" y="648515"/>
                  </a:lnTo>
                  <a:lnTo>
                    <a:pt x="1678833" y="693143"/>
                  </a:lnTo>
                  <a:lnTo>
                    <a:pt x="1683070" y="738545"/>
                  </a:lnTo>
                  <a:lnTo>
                    <a:pt x="1684499" y="784649"/>
                  </a:lnTo>
                  <a:lnTo>
                    <a:pt x="1683070" y="830754"/>
                  </a:lnTo>
                  <a:lnTo>
                    <a:pt x="1678833" y="876156"/>
                  </a:lnTo>
                  <a:lnTo>
                    <a:pt x="1671869" y="920784"/>
                  </a:lnTo>
                  <a:lnTo>
                    <a:pt x="1662255" y="964563"/>
                  </a:lnTo>
                  <a:lnTo>
                    <a:pt x="1650072" y="1007419"/>
                  </a:lnTo>
                  <a:lnTo>
                    <a:pt x="1635397" y="1049280"/>
                  </a:lnTo>
                  <a:lnTo>
                    <a:pt x="1618311" y="1090071"/>
                  </a:lnTo>
                  <a:lnTo>
                    <a:pt x="1598892" y="1129719"/>
                  </a:lnTo>
                  <a:lnTo>
                    <a:pt x="1577219" y="1168150"/>
                  </a:lnTo>
                  <a:lnTo>
                    <a:pt x="1553371" y="1205291"/>
                  </a:lnTo>
                  <a:lnTo>
                    <a:pt x="1527427" y="1241068"/>
                  </a:lnTo>
                  <a:lnTo>
                    <a:pt x="1499467" y="1275408"/>
                  </a:lnTo>
                  <a:lnTo>
                    <a:pt x="1469568" y="1308237"/>
                  </a:lnTo>
                  <a:lnTo>
                    <a:pt x="1437810" y="1339481"/>
                  </a:lnTo>
                  <a:lnTo>
                    <a:pt x="1404273" y="1369067"/>
                  </a:lnTo>
                  <a:lnTo>
                    <a:pt x="1369034" y="1396921"/>
                  </a:lnTo>
                  <a:lnTo>
                    <a:pt x="1332173" y="1422969"/>
                  </a:lnTo>
                  <a:lnTo>
                    <a:pt x="1293770" y="1447139"/>
                  </a:lnTo>
                  <a:lnTo>
                    <a:pt x="1253902" y="1469356"/>
                  </a:lnTo>
                  <a:lnTo>
                    <a:pt x="1212650" y="1489547"/>
                  </a:lnTo>
                  <a:lnTo>
                    <a:pt x="1170091" y="1507638"/>
                  </a:lnTo>
                  <a:lnTo>
                    <a:pt x="1126306" y="1523556"/>
                  </a:lnTo>
                  <a:lnTo>
                    <a:pt x="1081372" y="1537226"/>
                  </a:lnTo>
                  <a:lnTo>
                    <a:pt x="1035370" y="1548577"/>
                  </a:lnTo>
                  <a:lnTo>
                    <a:pt x="988377" y="1557533"/>
                  </a:lnTo>
                  <a:lnTo>
                    <a:pt x="940474" y="1564021"/>
                  </a:lnTo>
                  <a:lnTo>
                    <a:pt x="891738" y="1567968"/>
                  </a:lnTo>
                  <a:lnTo>
                    <a:pt x="842249" y="15693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0" name="object 62" descr=""/>
            <p:cNvPicPr/>
            <p:nvPr/>
          </p:nvPicPr>
          <p:blipFill>
            <a:blip r:embed="rId9"/>
            <a:stretch/>
          </p:blipFill>
          <p:spPr>
            <a:xfrm>
              <a:off x="5843520" y="2316600"/>
              <a:ext cx="1469880" cy="13690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2" name="object 3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133" name="object 4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4" name="object 5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object 6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" name="object 7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137" name="object 8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" name="object 9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object 10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6435720" cy="1841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What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</a:t>
            </a:r>
            <a:r>
              <a:rPr b="1" lang="en-MY" sz="3000" spc="7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5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90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Version Control System</a:t>
            </a:r>
            <a:r>
              <a:rPr b="1" lang="en-MY" sz="3000" spc="79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-5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?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1" name="object 12"/>
          <p:cNvSpPr/>
          <p:nvPr/>
        </p:nvSpPr>
        <p:spPr>
          <a:xfrm>
            <a:off x="1135080" y="729720"/>
            <a:ext cx="5614200" cy="40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474840" indent="-319320">
              <a:lnSpc>
                <a:spcPts val="2849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system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records</a:t>
            </a:r>
            <a:r>
              <a:rPr b="0" lang="en-MY" sz="24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3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set 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24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r>
              <a:rPr b="0" lang="en-MY" sz="2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over</a:t>
            </a:r>
            <a:r>
              <a:rPr b="0" lang="en-MY" sz="2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time.</a:t>
            </a:r>
            <a:r>
              <a:rPr b="0" lang="en-MY" sz="2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Essential</a:t>
            </a:r>
            <a:r>
              <a:rPr b="0" lang="en-MY" sz="24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for</a:t>
            </a:r>
            <a:r>
              <a:rPr b="0" lang="en-MY" sz="2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development</a:t>
            </a:r>
            <a:r>
              <a:rPr b="0" lang="en-MY" sz="2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project</a:t>
            </a:r>
            <a:r>
              <a:rPr b="0" lang="en-MY" sz="2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with</a:t>
            </a:r>
            <a:r>
              <a:rPr b="0" lang="en-MY" sz="2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several </a:t>
            </a:r>
            <a:r>
              <a:rPr b="0" lang="en-MY" sz="2400" spc="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people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26"/>
              </a:spcBef>
              <a:tabLst>
                <a:tab algn="l" pos="0"/>
              </a:tabLst>
            </a:pPr>
            <a:r>
              <a:rPr b="1" lang="en-MY" sz="30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Why</a:t>
            </a:r>
            <a:r>
              <a:rPr b="1" lang="en-MY" sz="30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we</a:t>
            </a:r>
            <a:r>
              <a:rPr b="1" lang="en-MY" sz="30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need</a:t>
            </a:r>
            <a:r>
              <a:rPr b="1" lang="en-MY" sz="30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it</a:t>
            </a:r>
            <a:r>
              <a:rPr b="1" lang="en-MY" sz="30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-51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?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19320">
              <a:lnSpc>
                <a:spcPts val="2849"/>
              </a:lnSpc>
              <a:spcBef>
                <a:spcPts val="771"/>
              </a:spcBef>
              <a:tabLst>
                <a:tab algn="l" pos="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Keep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every</a:t>
            </a:r>
            <a:r>
              <a:rPr b="0" lang="en-MY" sz="2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version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2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</a:t>
            </a:r>
            <a:r>
              <a:rPr b="0" lang="en-MY" sz="2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(source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code,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image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...)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0480">
              <a:lnSpc>
                <a:spcPts val="2744"/>
              </a:lnSpc>
              <a:tabLst>
                <a:tab algn="l" pos="46944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</a:t>
            </a:r>
            <a:r>
              <a:rPr b="0" lang="en-MY" sz="2400" spc="18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easily</a:t>
            </a:r>
            <a:r>
              <a:rPr b="0" lang="en-MY" sz="2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with</a:t>
            </a:r>
            <a:r>
              <a:rPr b="0" lang="en-MY" sz="2400" spc="18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several</a:t>
            </a:r>
            <a:r>
              <a:rPr b="0" lang="en-MY" sz="2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4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developers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19320">
              <a:lnSpc>
                <a:spcPts val="2849"/>
              </a:lnSpc>
              <a:spcBef>
                <a:spcPts val="105"/>
              </a:spcBef>
              <a:tabLst>
                <a:tab algn="l" pos="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Compare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2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Revert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back</a:t>
            </a:r>
            <a:r>
              <a:rPr b="0" lang="en-MY" sz="2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2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previous</a:t>
            </a:r>
            <a:r>
              <a:rPr b="0" lang="en-MY" sz="2400" spc="3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state...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object 3"/>
          <p:cNvGrpSpPr/>
          <p:nvPr/>
        </p:nvGrpSpPr>
        <p:grpSpPr>
          <a:xfrm>
            <a:off x="7934760" y="0"/>
            <a:ext cx="1208880" cy="2774880"/>
            <a:chOff x="7934760" y="0"/>
            <a:chExt cx="1208880" cy="2774880"/>
          </a:xfrm>
        </p:grpSpPr>
        <p:pic>
          <p:nvPicPr>
            <p:cNvPr id="144" name="object 4" descr=""/>
            <p:cNvPicPr/>
            <p:nvPr/>
          </p:nvPicPr>
          <p:blipFill>
            <a:blip r:embed="rId1"/>
            <a:stretch/>
          </p:blipFill>
          <p:spPr>
            <a:xfrm>
              <a:off x="8059680" y="0"/>
              <a:ext cx="1083960" cy="2655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object 5"/>
            <p:cNvSpPr/>
            <p:nvPr/>
          </p:nvSpPr>
          <p:spPr>
            <a:xfrm>
              <a:off x="7934760" y="225360"/>
              <a:ext cx="467640" cy="76788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767880"/>
                <a:gd name="textAreaBottom" fmla="*/ 768240 h 767880"/>
              </a:gdLst>
              <a:ahLst/>
              <a:cxnLst/>
              <a:rect l="textAreaLeft" t="textAreaTop" r="textAreaRight" b="textAreaBottom"/>
              <a:pathLst>
                <a:path w="467995" h="768350">
                  <a:moveTo>
                    <a:pt x="467939" y="768076"/>
                  </a:moveTo>
                  <a:lnTo>
                    <a:pt x="0" y="384847"/>
                  </a:lnTo>
                  <a:lnTo>
                    <a:pt x="0" y="0"/>
                  </a:lnTo>
                  <a:lnTo>
                    <a:pt x="467939" y="383228"/>
                  </a:lnTo>
                  <a:lnTo>
                    <a:pt x="467939" y="768076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bject 6"/>
            <p:cNvSpPr/>
            <p:nvPr/>
          </p:nvSpPr>
          <p:spPr>
            <a:xfrm>
              <a:off x="8627040" y="2232360"/>
              <a:ext cx="330480" cy="542520"/>
            </a:xfrm>
            <a:custGeom>
              <a:avLst/>
              <a:gdLst>
                <a:gd name="textAreaLeft" fmla="*/ 0 w 330480"/>
                <a:gd name="textAreaRight" fmla="*/ 330840 w 330480"/>
                <a:gd name="textAreaTop" fmla="*/ 0 h 542520"/>
                <a:gd name="textAreaBottom" fmla="*/ 542880 h 542520"/>
              </a:gdLst>
              <a:ahLst/>
              <a:cxnLst/>
              <a:rect l="textAreaLeft" t="textAreaTop" r="textAreaRight" b="textAreaBottom"/>
              <a:pathLst>
                <a:path w="330834" h="542925">
                  <a:moveTo>
                    <a:pt x="0" y="542403"/>
                  </a:moveTo>
                  <a:lnTo>
                    <a:pt x="0" y="270603"/>
                  </a:lnTo>
                  <a:lnTo>
                    <a:pt x="330420" y="0"/>
                  </a:lnTo>
                  <a:lnTo>
                    <a:pt x="330420" y="271799"/>
                  </a:lnTo>
                  <a:lnTo>
                    <a:pt x="0" y="542403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object 7"/>
          <p:cNvGrpSpPr/>
          <p:nvPr/>
        </p:nvGrpSpPr>
        <p:grpSpPr>
          <a:xfrm>
            <a:off x="0" y="2232360"/>
            <a:ext cx="874440" cy="2910960"/>
            <a:chOff x="0" y="2232360"/>
            <a:chExt cx="874440" cy="2910960"/>
          </a:xfrm>
        </p:grpSpPr>
        <p:pic>
          <p:nvPicPr>
            <p:cNvPr id="148" name="object 8" descr=""/>
            <p:cNvPicPr/>
            <p:nvPr/>
          </p:nvPicPr>
          <p:blipFill>
            <a:blip r:embed="rId2"/>
            <a:stretch/>
          </p:blipFill>
          <p:spPr>
            <a:xfrm>
              <a:off x="0" y="2420280"/>
              <a:ext cx="874440" cy="272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" name="object 9"/>
            <p:cNvSpPr/>
            <p:nvPr/>
          </p:nvSpPr>
          <p:spPr>
            <a:xfrm>
              <a:off x="0" y="2232360"/>
              <a:ext cx="452880" cy="743760"/>
            </a:xfrm>
            <a:custGeom>
              <a:avLst/>
              <a:gdLst>
                <a:gd name="textAreaLeft" fmla="*/ 0 w 452880"/>
                <a:gd name="textAreaRight" fmla="*/ 453240 w 452880"/>
                <a:gd name="textAreaTop" fmla="*/ 0 h 743760"/>
                <a:gd name="textAreaBottom" fmla="*/ 744120 h 743760"/>
              </a:gdLst>
              <a:ahLst/>
              <a:cxnLst/>
              <a:rect l="textAreaLeft" t="textAreaTop" r="textAreaRight" b="textAreaBottom"/>
              <a:pathLst>
                <a:path w="453390" h="744219">
                  <a:moveTo>
                    <a:pt x="453248" y="744155"/>
                  </a:moveTo>
                  <a:lnTo>
                    <a:pt x="0" y="372958"/>
                  </a:lnTo>
                  <a:lnTo>
                    <a:pt x="0" y="0"/>
                  </a:lnTo>
                  <a:lnTo>
                    <a:pt x="453248" y="371197"/>
                  </a:lnTo>
                  <a:lnTo>
                    <a:pt x="453248" y="744155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object 10"/>
            <p:cNvSpPr/>
            <p:nvPr/>
          </p:nvSpPr>
          <p:spPr>
            <a:xfrm>
              <a:off x="421200" y="3670560"/>
              <a:ext cx="452880" cy="743760"/>
            </a:xfrm>
            <a:custGeom>
              <a:avLst/>
              <a:gdLst>
                <a:gd name="textAreaLeft" fmla="*/ 0 w 452880"/>
                <a:gd name="textAreaRight" fmla="*/ 453240 w 452880"/>
                <a:gd name="textAreaTop" fmla="*/ 0 h 743760"/>
                <a:gd name="textAreaBottom" fmla="*/ 744120 h 743760"/>
              </a:gdLst>
              <a:ahLst/>
              <a:cxnLst/>
              <a:rect l="textAreaLeft" t="textAreaTop" r="textAreaRight" b="textAreaBottom"/>
              <a:pathLst>
                <a:path w="453390" h="744220">
                  <a:moveTo>
                    <a:pt x="0" y="743792"/>
                  </a:moveTo>
                  <a:lnTo>
                    <a:pt x="0" y="371196"/>
                  </a:lnTo>
                  <a:lnTo>
                    <a:pt x="453248" y="0"/>
                  </a:lnTo>
                  <a:lnTo>
                    <a:pt x="453248" y="372595"/>
                  </a:lnTo>
                  <a:lnTo>
                    <a:pt x="0" y="743792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2700000" y="239400"/>
            <a:ext cx="360000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object 2"/>
          <p:cNvSpPr/>
          <p:nvPr/>
        </p:nvSpPr>
        <p:spPr>
          <a:xfrm>
            <a:off x="1278360" y="763560"/>
            <a:ext cx="5255640" cy="40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331560" indent="-319320">
              <a:lnSpc>
                <a:spcPts val="2849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manages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 </a:t>
            </a:r>
            <a:r>
              <a:rPr b="0" lang="en-MY" sz="2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tree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over</a:t>
            </a:r>
            <a:r>
              <a:rPr b="0" lang="en-MY" sz="2400" spc="21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time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744"/>
              </a:lnSpc>
              <a:tabLst>
                <a:tab algn="l" pos="33156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optimised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for: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Distributed</a:t>
            </a:r>
            <a:r>
              <a:rPr b="0" lang="en-MY" sz="2400" spc="58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development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Large</a:t>
            </a:r>
            <a:r>
              <a:rPr b="0" lang="en-MY" sz="24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</a:t>
            </a:r>
            <a:r>
              <a:rPr b="0" lang="en-MY" sz="24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count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Complex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merges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Making</a:t>
            </a:r>
            <a:r>
              <a:rPr b="0" lang="en-MY" sz="2400" spc="22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trial</a:t>
            </a:r>
            <a:r>
              <a:rPr b="0" lang="en-MY" sz="2400" spc="22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branches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Being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fast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&amp;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robust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849"/>
              </a:lnSpc>
              <a:tabLst>
                <a:tab algn="l" pos="33156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not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optimised</a:t>
            </a:r>
            <a:r>
              <a:rPr b="0" lang="en-MY" sz="2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for: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49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</a:t>
            </a:r>
            <a:r>
              <a:rPr b="0" lang="en-MY" sz="2400" spc="29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permissions/</a:t>
            </a:r>
            <a:r>
              <a:rPr b="0" lang="en-MY" sz="2400" spc="29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ownership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7680" indent="-178920">
              <a:lnSpc>
                <a:spcPts val="2866"/>
              </a:lnSpc>
              <a:buClr>
                <a:srgbClr val="ffffff"/>
              </a:buClr>
              <a:buFont typeface="OpenSymbol"/>
              <a:buChar char="-"/>
              <a:tabLst>
                <a:tab algn="l" pos="967680"/>
              </a:tabLst>
            </a:pP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unrelated</a:t>
            </a:r>
            <a:r>
              <a:rPr b="0" lang="en-MY" sz="2400" spc="3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individual</a:t>
            </a:r>
            <a:r>
              <a:rPr b="0" lang="en-MY" sz="2400" spc="3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35080" y="241200"/>
            <a:ext cx="1658880" cy="9273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Why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-60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?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5" name="object 3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156" name="object 4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7" name="object 5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object 6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object 7"/>
          <p:cNvGrpSpPr/>
          <p:nvPr/>
        </p:nvGrpSpPr>
        <p:grpSpPr>
          <a:xfrm>
            <a:off x="0" y="2434680"/>
            <a:ext cx="9143640" cy="2708640"/>
            <a:chOff x="0" y="2434680"/>
            <a:chExt cx="9143640" cy="2708640"/>
          </a:xfrm>
        </p:grpSpPr>
        <p:pic>
          <p:nvPicPr>
            <p:cNvPr id="160" name="object 8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1" name="object 9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object 10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3" name="object 11" descr=""/>
            <p:cNvPicPr/>
            <p:nvPr/>
          </p:nvPicPr>
          <p:blipFill>
            <a:blip r:embed="rId3"/>
            <a:stretch/>
          </p:blipFill>
          <p:spPr>
            <a:xfrm>
              <a:off x="0" y="2434680"/>
              <a:ext cx="9143640" cy="2060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4" name="object 12"/>
          <p:cNvSpPr/>
          <p:nvPr/>
        </p:nvSpPr>
        <p:spPr>
          <a:xfrm>
            <a:off x="1278360" y="988560"/>
            <a:ext cx="496152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866"/>
              </a:lnSpc>
              <a:spcBef>
                <a:spcPts val="99"/>
              </a:spcBef>
              <a:tabLst>
                <a:tab algn="l" pos="33156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All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IT</a:t>
            </a:r>
            <a:r>
              <a:rPr b="0" lang="en-MY" sz="2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dev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companies</a:t>
            </a:r>
            <a:r>
              <a:rPr b="0" lang="en-MY" sz="2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uses</a:t>
            </a:r>
            <a:r>
              <a:rPr b="0" lang="en-MY" sz="2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VCS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849"/>
              </a:lnSpc>
              <a:tabLst>
                <a:tab algn="l" pos="33156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will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probably</a:t>
            </a:r>
            <a:r>
              <a:rPr b="0" lang="en-MY" sz="24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</a:t>
            </a:r>
            <a:r>
              <a:rPr b="0" lang="en-MY" sz="2400" spc="9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in/start</a:t>
            </a:r>
            <a:r>
              <a:rPr b="0" lang="en-MY" sz="24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one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866"/>
              </a:lnSpc>
              <a:tabLst>
                <a:tab algn="l" pos="331560"/>
              </a:tabLst>
            </a:pPr>
            <a:r>
              <a:rPr b="0" lang="en-MY" sz="24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2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24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</a:t>
            </a:r>
            <a:r>
              <a:rPr b="0" lang="en-MY" sz="2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more</a:t>
            </a:r>
            <a:r>
              <a:rPr b="0" lang="en-MY" sz="2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problems</a:t>
            </a:r>
            <a:r>
              <a:rPr b="0" lang="en-MY" sz="2400" spc="1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like</a:t>
            </a:r>
            <a:r>
              <a:rPr b="0" lang="en-MY" sz="2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2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these: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135080" y="466200"/>
            <a:ext cx="5219280" cy="482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Why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1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necessary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3000" spc="9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to</a:t>
            </a:r>
            <a:r>
              <a:rPr b="1" lang="en-MY" sz="30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learn </a:t>
            </a:r>
            <a:r>
              <a:rPr b="1" lang="en-MY" sz="3000" spc="-51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?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64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object 65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168" name="object 66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9" name="object 67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object 68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object 69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172" name="object 70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3" name="object 71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object 72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6427080" cy="1841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Github setup</a:t>
            </a:r>
            <a:br>
              <a:rPr sz="3000"/>
            </a:br>
            <a:br>
              <a:rPr sz="3000"/>
            </a:b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https://github.com/signup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3"/>
          <a:stretch/>
        </p:blipFill>
        <p:spPr>
          <a:xfrm>
            <a:off x="985320" y="1746360"/>
            <a:ext cx="5547600" cy="291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 63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object 74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179" name="object 75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object 76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object 77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object 78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183" name="object 79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4" name="object 80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object 81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6427080" cy="1841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Sourcetree setup</a:t>
            </a:r>
            <a:br>
              <a:rPr sz="3000"/>
            </a:br>
            <a:br>
              <a:rPr sz="3000"/>
            </a:b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https://www.sourcetreeapp.com/</a:t>
            </a: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3"/>
          <a:stretch/>
        </p:blipFill>
        <p:spPr>
          <a:xfrm>
            <a:off x="1128240" y="1746000"/>
            <a:ext cx="6042240" cy="316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285360" y="2183400"/>
            <a:ext cx="2574000" cy="726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4600" spc="20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</a:t>
            </a:r>
            <a:r>
              <a:rPr b="1" lang="en-MY" sz="46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4600" spc="18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basics</a:t>
            </a:r>
            <a:endParaRPr b="0" lang="en-MY" sz="4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89" name="object 3" descr=""/>
          <p:cNvPicPr/>
          <p:nvPr/>
        </p:nvPicPr>
        <p:blipFill>
          <a:blip r:embed="rId1"/>
          <a:stretch/>
        </p:blipFill>
        <p:spPr>
          <a:xfrm>
            <a:off x="2259000" y="2537640"/>
            <a:ext cx="4392720" cy="26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174320" y="311040"/>
            <a:ext cx="1939680" cy="9273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3560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1.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7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Repository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1" name="object 3" descr=""/>
          <p:cNvPicPr/>
          <p:nvPr/>
        </p:nvPicPr>
        <p:blipFill>
          <a:blip r:embed="rId1"/>
          <a:stretch/>
        </p:blipFill>
        <p:spPr>
          <a:xfrm>
            <a:off x="4289760" y="1706040"/>
            <a:ext cx="4853880" cy="2863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2" name="object 4"/>
          <p:cNvGrpSpPr/>
          <p:nvPr/>
        </p:nvGrpSpPr>
        <p:grpSpPr>
          <a:xfrm>
            <a:off x="1294200" y="3747960"/>
            <a:ext cx="2239920" cy="315360"/>
            <a:chOff x="1294200" y="3747960"/>
            <a:chExt cx="2239920" cy="315360"/>
          </a:xfrm>
        </p:grpSpPr>
        <p:sp>
          <p:nvSpPr>
            <p:cNvPr id="193" name="object 5"/>
            <p:cNvSpPr/>
            <p:nvPr/>
          </p:nvSpPr>
          <p:spPr>
            <a:xfrm>
              <a:off x="1294200" y="3747960"/>
              <a:ext cx="2239920" cy="315360"/>
            </a:xfrm>
            <a:custGeom>
              <a:avLst/>
              <a:gdLst>
                <a:gd name="textAreaLeft" fmla="*/ 0 w 2239920"/>
                <a:gd name="textAreaRight" fmla="*/ 2240280 w 22399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40279" h="315595">
                  <a:moveTo>
                    <a:pt x="2187298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239799" y="0"/>
                  </a:lnTo>
                  <a:lnTo>
                    <a:pt x="2239799" y="262498"/>
                  </a:lnTo>
                  <a:lnTo>
                    <a:pt x="2235674" y="282934"/>
                  </a:lnTo>
                  <a:lnTo>
                    <a:pt x="2224422" y="299622"/>
                  </a:lnTo>
                  <a:lnTo>
                    <a:pt x="2207734" y="310874"/>
                  </a:lnTo>
                  <a:lnTo>
                    <a:pt x="21872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object 6"/>
            <p:cNvSpPr/>
            <p:nvPr/>
          </p:nvSpPr>
          <p:spPr>
            <a:xfrm>
              <a:off x="1294200" y="3747960"/>
              <a:ext cx="2239920" cy="315360"/>
            </a:xfrm>
            <a:custGeom>
              <a:avLst/>
              <a:gdLst>
                <a:gd name="textAreaLeft" fmla="*/ 0 w 2239920"/>
                <a:gd name="textAreaRight" fmla="*/ 2240280 w 22399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40279" h="315595">
                  <a:moveTo>
                    <a:pt x="52519" y="0"/>
                  </a:moveTo>
                  <a:lnTo>
                    <a:pt x="2239818" y="0"/>
                  </a:lnTo>
                  <a:lnTo>
                    <a:pt x="2239818" y="262498"/>
                  </a:lnTo>
                  <a:lnTo>
                    <a:pt x="2235692" y="282934"/>
                  </a:lnTo>
                  <a:lnTo>
                    <a:pt x="2224441" y="299622"/>
                  </a:lnTo>
                  <a:lnTo>
                    <a:pt x="2207753" y="310874"/>
                  </a:lnTo>
                  <a:lnTo>
                    <a:pt x="2187317" y="314999"/>
                  </a:lnTo>
                  <a:lnTo>
                    <a:pt x="18" y="314999"/>
                  </a:lnTo>
                  <a:lnTo>
                    <a:pt x="18" y="52500"/>
                  </a:lnTo>
                  <a:lnTo>
                    <a:pt x="4144" y="32065"/>
                  </a:lnTo>
                  <a:lnTo>
                    <a:pt x="15395" y="15377"/>
                  </a:lnTo>
                  <a:lnTo>
                    <a:pt x="32083" y="4125"/>
                  </a:lnTo>
                  <a:lnTo>
                    <a:pt x="52519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5" name="object 7"/>
          <p:cNvGrpSpPr/>
          <p:nvPr/>
        </p:nvGrpSpPr>
        <p:grpSpPr>
          <a:xfrm>
            <a:off x="1294200" y="4401000"/>
            <a:ext cx="2239920" cy="315360"/>
            <a:chOff x="1294200" y="4401000"/>
            <a:chExt cx="2239920" cy="315360"/>
          </a:xfrm>
        </p:grpSpPr>
        <p:sp>
          <p:nvSpPr>
            <p:cNvPr id="196" name="object 8"/>
            <p:cNvSpPr/>
            <p:nvPr/>
          </p:nvSpPr>
          <p:spPr>
            <a:xfrm>
              <a:off x="1294200" y="4401000"/>
              <a:ext cx="2239920" cy="315360"/>
            </a:xfrm>
            <a:custGeom>
              <a:avLst/>
              <a:gdLst>
                <a:gd name="textAreaLeft" fmla="*/ 0 w 2239920"/>
                <a:gd name="textAreaRight" fmla="*/ 2240280 w 22399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40279" h="315595">
                  <a:moveTo>
                    <a:pt x="2187298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239799" y="0"/>
                  </a:lnTo>
                  <a:lnTo>
                    <a:pt x="2239799" y="262499"/>
                  </a:lnTo>
                  <a:lnTo>
                    <a:pt x="2235674" y="282934"/>
                  </a:lnTo>
                  <a:lnTo>
                    <a:pt x="2224422" y="299622"/>
                  </a:lnTo>
                  <a:lnTo>
                    <a:pt x="2207734" y="310874"/>
                  </a:lnTo>
                  <a:lnTo>
                    <a:pt x="21872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object 9"/>
            <p:cNvSpPr/>
            <p:nvPr/>
          </p:nvSpPr>
          <p:spPr>
            <a:xfrm>
              <a:off x="1294200" y="4401000"/>
              <a:ext cx="2239920" cy="315360"/>
            </a:xfrm>
            <a:custGeom>
              <a:avLst/>
              <a:gdLst>
                <a:gd name="textAreaLeft" fmla="*/ 0 w 2239920"/>
                <a:gd name="textAreaRight" fmla="*/ 2240280 w 22399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40279" h="315595">
                  <a:moveTo>
                    <a:pt x="52519" y="0"/>
                  </a:moveTo>
                  <a:lnTo>
                    <a:pt x="2239818" y="0"/>
                  </a:lnTo>
                  <a:lnTo>
                    <a:pt x="2239818" y="262499"/>
                  </a:lnTo>
                  <a:lnTo>
                    <a:pt x="2235692" y="282934"/>
                  </a:lnTo>
                  <a:lnTo>
                    <a:pt x="2224441" y="299622"/>
                  </a:lnTo>
                  <a:lnTo>
                    <a:pt x="2207753" y="310874"/>
                  </a:lnTo>
                  <a:lnTo>
                    <a:pt x="2187317" y="314999"/>
                  </a:lnTo>
                  <a:lnTo>
                    <a:pt x="18" y="314999"/>
                  </a:lnTo>
                  <a:lnTo>
                    <a:pt x="18" y="52501"/>
                  </a:lnTo>
                  <a:lnTo>
                    <a:pt x="4144" y="32065"/>
                  </a:lnTo>
                  <a:lnTo>
                    <a:pt x="15395" y="15377"/>
                  </a:lnTo>
                  <a:lnTo>
                    <a:pt x="32083" y="4125"/>
                  </a:lnTo>
                  <a:lnTo>
                    <a:pt x="52519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" name="object 10"/>
          <p:cNvSpPr/>
          <p:nvPr/>
        </p:nvSpPr>
        <p:spPr>
          <a:xfrm>
            <a:off x="1300680" y="755280"/>
            <a:ext cx="5325480" cy="41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Contains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collection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b="0" lang="en-MY" sz="1800" spc="21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directories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8520" indent="-296640">
              <a:lnSpc>
                <a:spcPct val="100000"/>
              </a:lnSpc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Records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their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history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tracks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their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status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versions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ct val="100000"/>
              </a:lnSpc>
              <a:spcBef>
                <a:spcPts val="1140"/>
              </a:spcBef>
              <a:tabLst>
                <a:tab algn="l" pos="0"/>
              </a:tabLst>
            </a:pP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There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two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types: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520" algn="just">
              <a:lnSpc>
                <a:spcPts val="1664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MY" sz="1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400" spc="264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   </a:t>
            </a:r>
            <a:r>
              <a:rPr b="1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1" lang="en-MY" sz="1400" spc="3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1" lang="en-MY" sz="14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: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6040" algn="just">
              <a:lnSpc>
                <a:spcPts val="1650"/>
              </a:lnSpc>
              <a:spcBef>
                <a:spcPts val="65"/>
              </a:spcBef>
              <a:tabLst>
                <a:tab algn="l" pos="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resides</a:t>
            </a:r>
            <a:r>
              <a:rPr b="0" lang="en-MY" sz="14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4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4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4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server</a:t>
            </a:r>
            <a:r>
              <a:rPr b="0" lang="en-MY" sz="14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shared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among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multiple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team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members.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520" algn="just">
              <a:lnSpc>
                <a:spcPts val="1585"/>
              </a:lnSpc>
              <a:tabLst>
                <a:tab algn="l" pos="0"/>
              </a:tabLst>
            </a:pPr>
            <a:r>
              <a:rPr b="0" lang="en-MY" sz="14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400" spc="264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   </a:t>
            </a:r>
            <a:r>
              <a:rPr b="1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1" lang="en-MY" sz="1400" spc="3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1" lang="en-MY" sz="14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: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6040" algn="just">
              <a:lnSpc>
                <a:spcPts val="1650"/>
              </a:lnSpc>
              <a:spcBef>
                <a:spcPts val="65"/>
              </a:spcBef>
              <a:tabLst>
                <a:tab algn="l" pos="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resides</a:t>
            </a:r>
            <a:r>
              <a:rPr b="0" lang="en-MY" sz="1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0" lang="en-MY" sz="1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machine</a:t>
            </a:r>
            <a:r>
              <a:rPr b="0" lang="en-MY" sz="14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4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individual</a:t>
            </a:r>
            <a:r>
              <a:rPr b="0" lang="en-MY" sz="1400" spc="24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user.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6040">
              <a:lnSpc>
                <a:spcPct val="100000"/>
              </a:lnSpc>
              <a:spcBef>
                <a:spcPts val="40"/>
              </a:spcBef>
              <a:tabLst>
                <a:tab algn="l" pos="0"/>
              </a:tabLst>
            </a:pP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400" indent="-136440">
              <a:lnSpc>
                <a:spcPct val="100000"/>
              </a:lnSpc>
              <a:spcBef>
                <a:spcPts val="6"/>
              </a:spcBef>
              <a:buClr>
                <a:srgbClr val="ffffff"/>
              </a:buClr>
              <a:buFont typeface="Symbol" charset="2"/>
              <a:buChar char=""/>
              <a:tabLst>
                <a:tab algn="l" pos="23040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22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init</a:t>
            </a:r>
            <a:r>
              <a:rPr b="0" lang="en-MY" sz="1400" spc="22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[project-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name]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ct val="100000"/>
              </a:lnSpc>
              <a:spcBef>
                <a:spcPts val="295"/>
              </a:spcBef>
              <a:tabLst>
                <a:tab algn="l" pos="23040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Create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new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ct val="100000"/>
              </a:lnSpc>
              <a:spcBef>
                <a:spcPts val="261"/>
              </a:spcBef>
              <a:tabLst>
                <a:tab algn="l" pos="230400"/>
              </a:tabLst>
            </a:pP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400" indent="-136440">
              <a:lnSpc>
                <a:spcPct val="100000"/>
              </a:lnSpc>
              <a:buClr>
                <a:srgbClr val="ffffff"/>
              </a:buClr>
              <a:buFont typeface="Symbol" charset="2"/>
              <a:buChar char=""/>
              <a:tabLst>
                <a:tab algn="l" pos="23040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clone</a:t>
            </a:r>
            <a:r>
              <a:rPr b="0" lang="en-MY" sz="1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[url]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ct val="100000"/>
              </a:lnSpc>
              <a:spcBef>
                <a:spcPts val="334"/>
              </a:spcBef>
              <a:tabLst>
                <a:tab algn="l" pos="23040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Copy</a:t>
            </a:r>
            <a:r>
              <a:rPr b="0" lang="en-MY" sz="12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existing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2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URL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bject 2"/>
          <p:cNvSpPr/>
          <p:nvPr/>
        </p:nvSpPr>
        <p:spPr>
          <a:xfrm>
            <a:off x="1300680" y="743760"/>
            <a:ext cx="59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308520" indent="-296640">
              <a:lnSpc>
                <a:spcPct val="100000"/>
              </a:lnSpc>
              <a:spcBef>
                <a:spcPts val="85"/>
              </a:spcBef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If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already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exists,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can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fetch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copy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machine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start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working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1265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2.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9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Clone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1" name="object 4"/>
          <p:cNvGrpSpPr/>
          <p:nvPr/>
        </p:nvGrpSpPr>
        <p:grpSpPr>
          <a:xfrm>
            <a:off x="1634040" y="3894120"/>
            <a:ext cx="2938320" cy="315360"/>
            <a:chOff x="1634040" y="3894120"/>
            <a:chExt cx="2938320" cy="315360"/>
          </a:xfrm>
        </p:grpSpPr>
        <p:sp>
          <p:nvSpPr>
            <p:cNvPr id="202" name="object 5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2885698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2938200" y="0"/>
                  </a:lnTo>
                  <a:lnTo>
                    <a:pt x="2938200" y="262498"/>
                  </a:lnTo>
                  <a:lnTo>
                    <a:pt x="2934074" y="282934"/>
                  </a:lnTo>
                  <a:lnTo>
                    <a:pt x="2922823" y="299622"/>
                  </a:lnTo>
                  <a:lnTo>
                    <a:pt x="2906134" y="310874"/>
                  </a:lnTo>
                  <a:lnTo>
                    <a:pt x="28856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object 6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52525" y="0"/>
                  </a:moveTo>
                  <a:lnTo>
                    <a:pt x="2938224" y="0"/>
                  </a:lnTo>
                  <a:lnTo>
                    <a:pt x="2938224" y="262498"/>
                  </a:lnTo>
                  <a:lnTo>
                    <a:pt x="2922847" y="299622"/>
                  </a:lnTo>
                  <a:lnTo>
                    <a:pt x="2885723" y="314999"/>
                  </a:lnTo>
                  <a:lnTo>
                    <a:pt x="24" y="314999"/>
                  </a:lnTo>
                  <a:lnTo>
                    <a:pt x="24" y="52500"/>
                  </a:lnTo>
                  <a:lnTo>
                    <a:pt x="4150" y="32065"/>
                  </a:lnTo>
                  <a:lnTo>
                    <a:pt x="15401" y="15377"/>
                  </a:lnTo>
                  <a:lnTo>
                    <a:pt x="32089" y="4125"/>
                  </a:lnTo>
                  <a:lnTo>
                    <a:pt x="52525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" name="object 7"/>
          <p:cNvSpPr/>
          <p:nvPr/>
        </p:nvSpPr>
        <p:spPr>
          <a:xfrm>
            <a:off x="1707120" y="3873960"/>
            <a:ext cx="14983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clone</a:t>
            </a:r>
            <a:r>
              <a:rPr b="0" lang="en-MY" sz="1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[url]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Copy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repo.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object 8" descr=""/>
          <p:cNvPicPr/>
          <p:nvPr/>
        </p:nvPicPr>
        <p:blipFill>
          <a:blip r:embed="rId1"/>
          <a:stretch/>
        </p:blipFill>
        <p:spPr>
          <a:xfrm>
            <a:off x="1634040" y="1906560"/>
            <a:ext cx="49813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object 2"/>
          <p:cNvSpPr/>
          <p:nvPr/>
        </p:nvSpPr>
        <p:spPr>
          <a:xfrm>
            <a:off x="1300680" y="743760"/>
            <a:ext cx="574380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308520" indent="-296640">
              <a:lnSpc>
                <a:spcPct val="100000"/>
              </a:lnSpc>
              <a:spcBef>
                <a:spcPts val="85"/>
              </a:spcBef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Pull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operation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onto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0" lang="en-MY" sz="1800" spc="20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8520" indent="-296640">
              <a:lnSpc>
                <a:spcPct val="100000"/>
              </a:lnSpc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Unlike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Clone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Pull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downloads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latest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revision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history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predefined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999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3.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5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Pull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8" name="object 4"/>
          <p:cNvGrpSpPr/>
          <p:nvPr/>
        </p:nvGrpSpPr>
        <p:grpSpPr>
          <a:xfrm>
            <a:off x="1634040" y="3894120"/>
            <a:ext cx="2938320" cy="315360"/>
            <a:chOff x="1634040" y="3894120"/>
            <a:chExt cx="2938320" cy="315360"/>
          </a:xfrm>
        </p:grpSpPr>
        <p:sp>
          <p:nvSpPr>
            <p:cNvPr id="209" name="object 5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2885698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2938200" y="0"/>
                  </a:lnTo>
                  <a:lnTo>
                    <a:pt x="2938200" y="262498"/>
                  </a:lnTo>
                  <a:lnTo>
                    <a:pt x="2934074" y="282934"/>
                  </a:lnTo>
                  <a:lnTo>
                    <a:pt x="2922823" y="299622"/>
                  </a:lnTo>
                  <a:lnTo>
                    <a:pt x="2906134" y="310874"/>
                  </a:lnTo>
                  <a:lnTo>
                    <a:pt x="28856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object 6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52525" y="0"/>
                  </a:moveTo>
                  <a:lnTo>
                    <a:pt x="2938224" y="0"/>
                  </a:lnTo>
                  <a:lnTo>
                    <a:pt x="2938224" y="262498"/>
                  </a:lnTo>
                  <a:lnTo>
                    <a:pt x="2922847" y="299622"/>
                  </a:lnTo>
                  <a:lnTo>
                    <a:pt x="2885723" y="314999"/>
                  </a:lnTo>
                  <a:lnTo>
                    <a:pt x="24" y="314999"/>
                  </a:lnTo>
                  <a:lnTo>
                    <a:pt x="24" y="52500"/>
                  </a:lnTo>
                  <a:lnTo>
                    <a:pt x="4150" y="32065"/>
                  </a:lnTo>
                  <a:lnTo>
                    <a:pt x="15401" y="15377"/>
                  </a:lnTo>
                  <a:lnTo>
                    <a:pt x="32089" y="4125"/>
                  </a:lnTo>
                  <a:lnTo>
                    <a:pt x="52525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object 7"/>
          <p:cNvSpPr/>
          <p:nvPr/>
        </p:nvSpPr>
        <p:spPr>
          <a:xfrm>
            <a:off x="1707120" y="3873960"/>
            <a:ext cx="23173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pull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[remote]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Pull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repo.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object 8" descr=""/>
          <p:cNvPicPr/>
          <p:nvPr/>
        </p:nvPicPr>
        <p:blipFill>
          <a:blip r:embed="rId1"/>
          <a:stretch/>
        </p:blipFill>
        <p:spPr>
          <a:xfrm>
            <a:off x="1634040" y="1906560"/>
            <a:ext cx="49813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object 2"/>
          <p:cNvSpPr/>
          <p:nvPr/>
        </p:nvSpPr>
        <p:spPr>
          <a:xfrm>
            <a:off x="1300680" y="743760"/>
            <a:ext cx="576432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b="0" lang="en-MY" sz="18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operation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enables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share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4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8520" indent="-296640">
              <a:lnSpc>
                <a:spcPct val="100000"/>
              </a:lnSpc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It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simply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moves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staged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18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1" lang="en-MY" sz="18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1" lang="en-MY" sz="18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114084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4.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Push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15" name="object 4"/>
          <p:cNvGrpSpPr/>
          <p:nvPr/>
        </p:nvGrpSpPr>
        <p:grpSpPr>
          <a:xfrm>
            <a:off x="1634040" y="3894120"/>
            <a:ext cx="2938320" cy="315360"/>
            <a:chOff x="1634040" y="3894120"/>
            <a:chExt cx="2938320" cy="315360"/>
          </a:xfrm>
        </p:grpSpPr>
        <p:sp>
          <p:nvSpPr>
            <p:cNvPr id="216" name="object 5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2885698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2938200" y="0"/>
                  </a:lnTo>
                  <a:lnTo>
                    <a:pt x="2938200" y="262498"/>
                  </a:lnTo>
                  <a:lnTo>
                    <a:pt x="2934074" y="282934"/>
                  </a:lnTo>
                  <a:lnTo>
                    <a:pt x="2922823" y="299622"/>
                  </a:lnTo>
                  <a:lnTo>
                    <a:pt x="2906134" y="310874"/>
                  </a:lnTo>
                  <a:lnTo>
                    <a:pt x="28856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object 6"/>
            <p:cNvSpPr/>
            <p:nvPr/>
          </p:nvSpPr>
          <p:spPr>
            <a:xfrm>
              <a:off x="1634040" y="389412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52525" y="0"/>
                  </a:moveTo>
                  <a:lnTo>
                    <a:pt x="2938224" y="0"/>
                  </a:lnTo>
                  <a:lnTo>
                    <a:pt x="2938224" y="262498"/>
                  </a:lnTo>
                  <a:lnTo>
                    <a:pt x="2922847" y="299622"/>
                  </a:lnTo>
                  <a:lnTo>
                    <a:pt x="2885723" y="314999"/>
                  </a:lnTo>
                  <a:lnTo>
                    <a:pt x="24" y="314999"/>
                  </a:lnTo>
                  <a:lnTo>
                    <a:pt x="24" y="52500"/>
                  </a:lnTo>
                  <a:lnTo>
                    <a:pt x="4150" y="32065"/>
                  </a:lnTo>
                  <a:lnTo>
                    <a:pt x="15401" y="15377"/>
                  </a:lnTo>
                  <a:lnTo>
                    <a:pt x="32089" y="4125"/>
                  </a:lnTo>
                  <a:lnTo>
                    <a:pt x="52525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object 7"/>
          <p:cNvSpPr/>
          <p:nvPr/>
        </p:nvSpPr>
        <p:spPr>
          <a:xfrm>
            <a:off x="1707120" y="3873960"/>
            <a:ext cx="268200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push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[remote]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[branch]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429"/>
              </a:lnSpc>
              <a:spcBef>
                <a:spcPts val="41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push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staged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2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(alias)</a:t>
            </a:r>
            <a:r>
              <a:rPr b="0" lang="en-MY" sz="12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</a:t>
            </a:r>
            <a:r>
              <a:rPr b="0" lang="en-MY" sz="12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2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specified</a:t>
            </a:r>
            <a:r>
              <a:rPr b="0" lang="en-MY" sz="12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(branch)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object 8" descr=""/>
          <p:cNvPicPr/>
          <p:nvPr/>
        </p:nvPicPr>
        <p:blipFill>
          <a:blip r:embed="rId1"/>
          <a:stretch/>
        </p:blipFill>
        <p:spPr>
          <a:xfrm>
            <a:off x="1634040" y="1906560"/>
            <a:ext cx="49813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156744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5.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9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Commit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1" name="object 84"/>
          <p:cNvSpPr/>
          <p:nvPr/>
        </p:nvSpPr>
        <p:spPr>
          <a:xfrm>
            <a:off x="1300680" y="743760"/>
            <a:ext cx="558756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operation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record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4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Enables</a:t>
            </a:r>
            <a:r>
              <a:rPr b="0" lang="en-MY" sz="1800" spc="2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800" spc="2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2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consult</a:t>
            </a:r>
            <a:r>
              <a:rPr b="0" lang="en-MY" sz="1800" spc="2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previously</a:t>
            </a:r>
            <a:r>
              <a:rPr b="0" lang="en-MY" sz="1800" spc="2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committed</a:t>
            </a:r>
            <a:r>
              <a:rPr b="0" lang="en-MY" sz="1800" spc="264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4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Order</a:t>
            </a:r>
            <a:r>
              <a:rPr b="0" lang="en-MY" sz="18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workflow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&amp;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Identify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each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patch(update)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object 85" descr=""/>
          <p:cNvPicPr/>
          <p:nvPr/>
        </p:nvPicPr>
        <p:blipFill>
          <a:blip r:embed="rId1"/>
          <a:stretch/>
        </p:blipFill>
        <p:spPr>
          <a:xfrm>
            <a:off x="1800360" y="1716120"/>
            <a:ext cx="5543280" cy="1733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3" name="object 86"/>
          <p:cNvGrpSpPr/>
          <p:nvPr/>
        </p:nvGrpSpPr>
        <p:grpSpPr>
          <a:xfrm>
            <a:off x="1294200" y="3657960"/>
            <a:ext cx="2633760" cy="315360"/>
            <a:chOff x="1294200" y="3657960"/>
            <a:chExt cx="2633760" cy="315360"/>
          </a:xfrm>
        </p:grpSpPr>
        <p:sp>
          <p:nvSpPr>
            <p:cNvPr id="224" name="object 87"/>
            <p:cNvSpPr/>
            <p:nvPr/>
          </p:nvSpPr>
          <p:spPr>
            <a:xfrm>
              <a:off x="1294200" y="3657960"/>
              <a:ext cx="2633760" cy="315360"/>
            </a:xfrm>
            <a:custGeom>
              <a:avLst/>
              <a:gdLst>
                <a:gd name="textAreaLeft" fmla="*/ 0 w 2633760"/>
                <a:gd name="textAreaRight" fmla="*/ 2634120 w 26337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633979" h="315595">
                  <a:moveTo>
                    <a:pt x="2581198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633699" y="0"/>
                  </a:lnTo>
                  <a:lnTo>
                    <a:pt x="2633699" y="262498"/>
                  </a:lnTo>
                  <a:lnTo>
                    <a:pt x="2629574" y="282934"/>
                  </a:lnTo>
                  <a:lnTo>
                    <a:pt x="2618322" y="299622"/>
                  </a:lnTo>
                  <a:lnTo>
                    <a:pt x="2601634" y="310874"/>
                  </a:lnTo>
                  <a:lnTo>
                    <a:pt x="25811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object 88"/>
            <p:cNvSpPr/>
            <p:nvPr/>
          </p:nvSpPr>
          <p:spPr>
            <a:xfrm>
              <a:off x="1294200" y="3657960"/>
              <a:ext cx="2633760" cy="315360"/>
            </a:xfrm>
            <a:custGeom>
              <a:avLst/>
              <a:gdLst>
                <a:gd name="textAreaLeft" fmla="*/ 0 w 2633760"/>
                <a:gd name="textAreaRight" fmla="*/ 2634120 w 26337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633979" h="315595">
                  <a:moveTo>
                    <a:pt x="52523" y="0"/>
                  </a:moveTo>
                  <a:lnTo>
                    <a:pt x="2633721" y="0"/>
                  </a:lnTo>
                  <a:lnTo>
                    <a:pt x="2633721" y="262498"/>
                  </a:lnTo>
                  <a:lnTo>
                    <a:pt x="2629596" y="282934"/>
                  </a:lnTo>
                  <a:lnTo>
                    <a:pt x="2618344" y="299622"/>
                  </a:lnTo>
                  <a:lnTo>
                    <a:pt x="2601656" y="310874"/>
                  </a:lnTo>
                  <a:lnTo>
                    <a:pt x="2581220" y="314999"/>
                  </a:lnTo>
                  <a:lnTo>
                    <a:pt x="21" y="314999"/>
                  </a:lnTo>
                  <a:lnTo>
                    <a:pt x="21" y="52501"/>
                  </a:lnTo>
                  <a:lnTo>
                    <a:pt x="4147" y="32065"/>
                  </a:lnTo>
                  <a:lnTo>
                    <a:pt x="15399" y="15377"/>
                  </a:lnTo>
                  <a:lnTo>
                    <a:pt x="32087" y="4125"/>
                  </a:lnTo>
                  <a:lnTo>
                    <a:pt x="52523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6" name="object 89"/>
          <p:cNvSpPr/>
          <p:nvPr/>
        </p:nvSpPr>
        <p:spPr>
          <a:xfrm>
            <a:off x="1367280" y="3647160"/>
            <a:ext cx="246348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80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43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commit</a:t>
            </a:r>
            <a:r>
              <a:rPr b="0" lang="en-MY" sz="1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-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</a:t>
            </a:r>
            <a:r>
              <a:rPr b="0" lang="en-MY" sz="14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‘[message]’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95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Create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commit</a:t>
            </a:r>
            <a:r>
              <a:rPr b="0" lang="en-MY" sz="12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with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description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7" name="object 90"/>
          <p:cNvGrpSpPr/>
          <p:nvPr/>
        </p:nvGrpSpPr>
        <p:grpSpPr>
          <a:xfrm>
            <a:off x="1294200" y="4428720"/>
            <a:ext cx="2633760" cy="315360"/>
            <a:chOff x="1294200" y="4428720"/>
            <a:chExt cx="2633760" cy="315360"/>
          </a:xfrm>
        </p:grpSpPr>
        <p:sp>
          <p:nvSpPr>
            <p:cNvPr id="228" name="object 91"/>
            <p:cNvSpPr/>
            <p:nvPr/>
          </p:nvSpPr>
          <p:spPr>
            <a:xfrm>
              <a:off x="1294200" y="4428720"/>
              <a:ext cx="2633760" cy="315360"/>
            </a:xfrm>
            <a:custGeom>
              <a:avLst/>
              <a:gdLst>
                <a:gd name="textAreaLeft" fmla="*/ 0 w 2633760"/>
                <a:gd name="textAreaRight" fmla="*/ 2634120 w 26337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633979" h="315595">
                  <a:moveTo>
                    <a:pt x="2581198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633699" y="0"/>
                  </a:lnTo>
                  <a:lnTo>
                    <a:pt x="2633699" y="262499"/>
                  </a:lnTo>
                  <a:lnTo>
                    <a:pt x="2629574" y="282934"/>
                  </a:lnTo>
                  <a:lnTo>
                    <a:pt x="2618322" y="299622"/>
                  </a:lnTo>
                  <a:lnTo>
                    <a:pt x="2601634" y="310874"/>
                  </a:lnTo>
                  <a:lnTo>
                    <a:pt x="25811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object 92"/>
            <p:cNvSpPr/>
            <p:nvPr/>
          </p:nvSpPr>
          <p:spPr>
            <a:xfrm>
              <a:off x="1294200" y="4428720"/>
              <a:ext cx="2633760" cy="315360"/>
            </a:xfrm>
            <a:custGeom>
              <a:avLst/>
              <a:gdLst>
                <a:gd name="textAreaLeft" fmla="*/ 0 w 2633760"/>
                <a:gd name="textAreaRight" fmla="*/ 2634120 w 26337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633979" h="315595">
                  <a:moveTo>
                    <a:pt x="52523" y="0"/>
                  </a:moveTo>
                  <a:lnTo>
                    <a:pt x="2633721" y="0"/>
                  </a:lnTo>
                  <a:lnTo>
                    <a:pt x="2633721" y="262499"/>
                  </a:lnTo>
                  <a:lnTo>
                    <a:pt x="2629596" y="282934"/>
                  </a:lnTo>
                  <a:lnTo>
                    <a:pt x="2618344" y="299622"/>
                  </a:lnTo>
                  <a:lnTo>
                    <a:pt x="2601656" y="310874"/>
                  </a:lnTo>
                  <a:lnTo>
                    <a:pt x="2581220" y="314999"/>
                  </a:lnTo>
                  <a:lnTo>
                    <a:pt x="21" y="314999"/>
                  </a:lnTo>
                  <a:lnTo>
                    <a:pt x="21" y="52501"/>
                  </a:lnTo>
                  <a:lnTo>
                    <a:pt x="4147" y="32065"/>
                  </a:lnTo>
                  <a:lnTo>
                    <a:pt x="15399" y="15377"/>
                  </a:lnTo>
                  <a:lnTo>
                    <a:pt x="32087" y="4125"/>
                  </a:lnTo>
                  <a:lnTo>
                    <a:pt x="52523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object 93"/>
          <p:cNvSpPr/>
          <p:nvPr/>
        </p:nvSpPr>
        <p:spPr>
          <a:xfrm>
            <a:off x="1367280" y="4417920"/>
            <a:ext cx="210924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80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43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status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429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Lists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new/modified</a:t>
            </a:r>
            <a:r>
              <a:rPr b="0" lang="en-MY" sz="12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2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committed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1" name="object 94"/>
          <p:cNvGrpSpPr/>
          <p:nvPr/>
        </p:nvGrpSpPr>
        <p:grpSpPr>
          <a:xfrm>
            <a:off x="4395600" y="3651840"/>
            <a:ext cx="2938320" cy="315360"/>
            <a:chOff x="4395600" y="3651840"/>
            <a:chExt cx="2938320" cy="315360"/>
          </a:xfrm>
        </p:grpSpPr>
        <p:sp>
          <p:nvSpPr>
            <p:cNvPr id="232" name="object 95"/>
            <p:cNvSpPr/>
            <p:nvPr/>
          </p:nvSpPr>
          <p:spPr>
            <a:xfrm>
              <a:off x="4395600" y="365184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2885699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938199" y="0"/>
                  </a:lnTo>
                  <a:lnTo>
                    <a:pt x="2938199" y="262499"/>
                  </a:lnTo>
                  <a:lnTo>
                    <a:pt x="2934074" y="282935"/>
                  </a:lnTo>
                  <a:lnTo>
                    <a:pt x="2922822" y="299622"/>
                  </a:lnTo>
                  <a:lnTo>
                    <a:pt x="2906134" y="310874"/>
                  </a:lnTo>
                  <a:lnTo>
                    <a:pt x="2885699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object 96"/>
            <p:cNvSpPr/>
            <p:nvPr/>
          </p:nvSpPr>
          <p:spPr>
            <a:xfrm>
              <a:off x="4395600" y="365184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52525" y="0"/>
                  </a:moveTo>
                  <a:lnTo>
                    <a:pt x="2938224" y="0"/>
                  </a:lnTo>
                  <a:lnTo>
                    <a:pt x="2938224" y="262499"/>
                  </a:lnTo>
                  <a:lnTo>
                    <a:pt x="2922847" y="299622"/>
                  </a:lnTo>
                  <a:lnTo>
                    <a:pt x="2885723" y="314999"/>
                  </a:lnTo>
                  <a:lnTo>
                    <a:pt x="24" y="314999"/>
                  </a:lnTo>
                  <a:lnTo>
                    <a:pt x="24" y="52501"/>
                  </a:lnTo>
                  <a:lnTo>
                    <a:pt x="4150" y="32065"/>
                  </a:lnTo>
                  <a:lnTo>
                    <a:pt x="15401" y="15377"/>
                  </a:lnTo>
                  <a:lnTo>
                    <a:pt x="32090" y="4125"/>
                  </a:lnTo>
                  <a:lnTo>
                    <a:pt x="52525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4" name="object 97"/>
          <p:cNvSpPr/>
          <p:nvPr/>
        </p:nvSpPr>
        <p:spPr>
          <a:xfrm>
            <a:off x="4468680" y="3641400"/>
            <a:ext cx="259488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80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43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diff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95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Shows</a:t>
            </a:r>
            <a:r>
              <a:rPr b="0" lang="en-MY" sz="12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</a:t>
            </a:r>
            <a:r>
              <a:rPr b="0" lang="en-MY" sz="12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differences</a:t>
            </a:r>
            <a:r>
              <a:rPr b="0" lang="en-MY" sz="12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not</a:t>
            </a:r>
            <a:r>
              <a:rPr b="0" lang="en-MY" sz="12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yet</a:t>
            </a:r>
            <a:r>
              <a:rPr b="0" lang="en-MY" sz="12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staged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object 148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6" name="object 149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237" name="object 150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8" name="object 151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object 152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0" name="object 153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241" name="object 154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2" name="object 155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object 156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140120" y="201240"/>
            <a:ext cx="6427080" cy="1841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3000" spc="113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Repository setup and clone</a:t>
            </a:r>
            <a:br>
              <a:rPr sz="3000"/>
            </a:br>
            <a:br>
              <a:rPr sz="3000"/>
            </a:br>
            <a:endParaRPr b="0" lang="en-MY" sz="3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3"/>
          <a:stretch/>
        </p:blipFill>
        <p:spPr>
          <a:xfrm>
            <a:off x="906480" y="780120"/>
            <a:ext cx="6323400" cy="419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98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47" name="object 99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248" name="object 100" descr=""/>
            <p:cNvPicPr/>
            <p:nvPr/>
          </p:nvPicPr>
          <p:blipFill>
            <a:blip r:embed="rId1"/>
            <a:stretch/>
          </p:blipFill>
          <p:spPr>
            <a:xfrm>
              <a:off x="7575840" y="0"/>
              <a:ext cx="1567800" cy="384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9" name="object 101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object 102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1" name="object 103"/>
          <p:cNvGrpSpPr/>
          <p:nvPr/>
        </p:nvGrpSpPr>
        <p:grpSpPr>
          <a:xfrm>
            <a:off x="0" y="2738520"/>
            <a:ext cx="722520" cy="2404800"/>
            <a:chOff x="0" y="2738520"/>
            <a:chExt cx="722520" cy="2404800"/>
          </a:xfrm>
        </p:grpSpPr>
        <p:pic>
          <p:nvPicPr>
            <p:cNvPr id="252" name="object 104" descr=""/>
            <p:cNvPicPr/>
            <p:nvPr/>
          </p:nvPicPr>
          <p:blipFill>
            <a:blip r:embed="rId2"/>
            <a:stretch/>
          </p:blipFill>
          <p:spPr>
            <a:xfrm>
              <a:off x="0" y="2894040"/>
              <a:ext cx="722160" cy="224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3" name="object 105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object 106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object 107"/>
          <p:cNvSpPr/>
          <p:nvPr/>
        </p:nvSpPr>
        <p:spPr>
          <a:xfrm>
            <a:off x="1300680" y="743760"/>
            <a:ext cx="5980680" cy="11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308520" indent="-296640">
              <a:lnSpc>
                <a:spcPct val="100000"/>
              </a:lnSpc>
              <a:spcBef>
                <a:spcPts val="85"/>
              </a:spcBef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1" lang="en-MY" sz="1800" spc="9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working</a:t>
            </a:r>
            <a:r>
              <a:rPr b="1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tree:</a:t>
            </a:r>
            <a:r>
              <a:rPr b="1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consist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files</a:t>
            </a:r>
            <a:r>
              <a:rPr b="0" lang="en-MY" sz="1800" spc="15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currently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working</a:t>
            </a:r>
            <a:r>
              <a:rPr b="0" lang="en-MY" sz="1800" spc="3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on.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8520" indent="-296640">
              <a:lnSpc>
                <a:spcPct val="100000"/>
              </a:lnSpc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1" lang="en-MY" sz="18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index:</a:t>
            </a:r>
            <a:r>
              <a:rPr b="1" lang="en-MY" sz="18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staging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area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where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new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commits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b="0" lang="en-MY" sz="1800" spc="9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prepared.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It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interface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between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working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tree.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380124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6.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11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Working</a:t>
            </a:r>
            <a:r>
              <a:rPr b="1" lang="en-MY" sz="2400" spc="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2400" spc="65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Tree</a:t>
            </a:r>
            <a:r>
              <a:rPr b="1" lang="en-MY" sz="2400" spc="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2400" spc="9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and</a:t>
            </a:r>
            <a:r>
              <a:rPr b="1" lang="en-MY" sz="2400" spc="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MY" sz="2400" spc="9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Index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57" name="object 109"/>
          <p:cNvGrpSpPr/>
          <p:nvPr/>
        </p:nvGrpSpPr>
        <p:grpSpPr>
          <a:xfrm>
            <a:off x="1634040" y="4524480"/>
            <a:ext cx="2938320" cy="315360"/>
            <a:chOff x="1634040" y="4524480"/>
            <a:chExt cx="2938320" cy="315360"/>
          </a:xfrm>
        </p:grpSpPr>
        <p:sp>
          <p:nvSpPr>
            <p:cNvPr id="258" name="object 110"/>
            <p:cNvSpPr/>
            <p:nvPr/>
          </p:nvSpPr>
          <p:spPr>
            <a:xfrm>
              <a:off x="1634040" y="452448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2885698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2938200" y="0"/>
                  </a:lnTo>
                  <a:lnTo>
                    <a:pt x="2938200" y="262498"/>
                  </a:lnTo>
                  <a:lnTo>
                    <a:pt x="2934074" y="282934"/>
                  </a:lnTo>
                  <a:lnTo>
                    <a:pt x="2922823" y="299622"/>
                  </a:lnTo>
                  <a:lnTo>
                    <a:pt x="2906134" y="310874"/>
                  </a:lnTo>
                  <a:lnTo>
                    <a:pt x="28856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object 111"/>
            <p:cNvSpPr/>
            <p:nvPr/>
          </p:nvSpPr>
          <p:spPr>
            <a:xfrm>
              <a:off x="1634040" y="4524480"/>
              <a:ext cx="2938320" cy="31536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938779" h="315595">
                  <a:moveTo>
                    <a:pt x="52525" y="0"/>
                  </a:moveTo>
                  <a:lnTo>
                    <a:pt x="2938224" y="0"/>
                  </a:lnTo>
                  <a:lnTo>
                    <a:pt x="2938224" y="262498"/>
                  </a:lnTo>
                  <a:lnTo>
                    <a:pt x="2934098" y="282934"/>
                  </a:lnTo>
                  <a:lnTo>
                    <a:pt x="2922847" y="299622"/>
                  </a:lnTo>
                  <a:lnTo>
                    <a:pt x="2906159" y="310874"/>
                  </a:lnTo>
                  <a:lnTo>
                    <a:pt x="2885723" y="314999"/>
                  </a:lnTo>
                  <a:lnTo>
                    <a:pt x="24" y="314999"/>
                  </a:lnTo>
                  <a:lnTo>
                    <a:pt x="24" y="52500"/>
                  </a:lnTo>
                  <a:lnTo>
                    <a:pt x="4150" y="32065"/>
                  </a:lnTo>
                  <a:lnTo>
                    <a:pt x="15401" y="15377"/>
                  </a:lnTo>
                  <a:lnTo>
                    <a:pt x="32089" y="4125"/>
                  </a:lnTo>
                  <a:lnTo>
                    <a:pt x="52525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object 112"/>
          <p:cNvSpPr/>
          <p:nvPr/>
        </p:nvSpPr>
        <p:spPr>
          <a:xfrm>
            <a:off x="1707120" y="4504320"/>
            <a:ext cx="28857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add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.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33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|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file.name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33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|</a:t>
            </a:r>
            <a:r>
              <a:rPr b="0" lang="en-MY" sz="14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/directory]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Add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changement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tree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2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index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object 113" descr=""/>
          <p:cNvPicPr/>
          <p:nvPr/>
        </p:nvPicPr>
        <p:blipFill>
          <a:blip r:embed="rId3"/>
          <a:stretch/>
        </p:blipFill>
        <p:spPr>
          <a:xfrm>
            <a:off x="1627200" y="1934280"/>
            <a:ext cx="5218200" cy="239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object 114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3" name="object 115"/>
          <p:cNvGrpSpPr/>
          <p:nvPr/>
        </p:nvGrpSpPr>
        <p:grpSpPr>
          <a:xfrm>
            <a:off x="7934760" y="0"/>
            <a:ext cx="1208880" cy="2774880"/>
            <a:chOff x="7934760" y="0"/>
            <a:chExt cx="1208880" cy="2774880"/>
          </a:xfrm>
        </p:grpSpPr>
        <p:pic>
          <p:nvPicPr>
            <p:cNvPr id="264" name="object 116" descr=""/>
            <p:cNvPicPr/>
            <p:nvPr/>
          </p:nvPicPr>
          <p:blipFill>
            <a:blip r:embed="rId1"/>
            <a:stretch/>
          </p:blipFill>
          <p:spPr>
            <a:xfrm>
              <a:off x="8059680" y="0"/>
              <a:ext cx="1083960" cy="2655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5" name="object 117"/>
            <p:cNvSpPr/>
            <p:nvPr/>
          </p:nvSpPr>
          <p:spPr>
            <a:xfrm>
              <a:off x="7934760" y="225360"/>
              <a:ext cx="467640" cy="76788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767880"/>
                <a:gd name="textAreaBottom" fmla="*/ 768240 h 767880"/>
              </a:gdLst>
              <a:ahLst/>
              <a:cxnLst/>
              <a:rect l="textAreaLeft" t="textAreaTop" r="textAreaRight" b="textAreaBottom"/>
              <a:pathLst>
                <a:path w="467995" h="768350">
                  <a:moveTo>
                    <a:pt x="467939" y="768076"/>
                  </a:moveTo>
                  <a:lnTo>
                    <a:pt x="0" y="384847"/>
                  </a:lnTo>
                  <a:lnTo>
                    <a:pt x="0" y="0"/>
                  </a:lnTo>
                  <a:lnTo>
                    <a:pt x="467939" y="383228"/>
                  </a:lnTo>
                  <a:lnTo>
                    <a:pt x="467939" y="768076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object 118"/>
            <p:cNvSpPr/>
            <p:nvPr/>
          </p:nvSpPr>
          <p:spPr>
            <a:xfrm>
              <a:off x="8627040" y="2232360"/>
              <a:ext cx="330480" cy="542520"/>
            </a:xfrm>
            <a:custGeom>
              <a:avLst/>
              <a:gdLst>
                <a:gd name="textAreaLeft" fmla="*/ 0 w 330480"/>
                <a:gd name="textAreaRight" fmla="*/ 330840 w 330480"/>
                <a:gd name="textAreaTop" fmla="*/ 0 h 542520"/>
                <a:gd name="textAreaBottom" fmla="*/ 542880 h 542520"/>
              </a:gdLst>
              <a:ahLst/>
              <a:cxnLst/>
              <a:rect l="textAreaLeft" t="textAreaTop" r="textAreaRight" b="textAreaBottom"/>
              <a:pathLst>
                <a:path w="330834" h="542925">
                  <a:moveTo>
                    <a:pt x="0" y="542403"/>
                  </a:moveTo>
                  <a:lnTo>
                    <a:pt x="0" y="270603"/>
                  </a:lnTo>
                  <a:lnTo>
                    <a:pt x="330420" y="0"/>
                  </a:lnTo>
                  <a:lnTo>
                    <a:pt x="330420" y="271799"/>
                  </a:lnTo>
                  <a:lnTo>
                    <a:pt x="0" y="542403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7" name="object 119"/>
          <p:cNvGrpSpPr/>
          <p:nvPr/>
        </p:nvGrpSpPr>
        <p:grpSpPr>
          <a:xfrm>
            <a:off x="0" y="2232360"/>
            <a:ext cx="874440" cy="2910960"/>
            <a:chOff x="0" y="2232360"/>
            <a:chExt cx="874440" cy="2910960"/>
          </a:xfrm>
        </p:grpSpPr>
        <p:pic>
          <p:nvPicPr>
            <p:cNvPr id="268" name="object 120" descr=""/>
            <p:cNvPicPr/>
            <p:nvPr/>
          </p:nvPicPr>
          <p:blipFill>
            <a:blip r:embed="rId2"/>
            <a:stretch/>
          </p:blipFill>
          <p:spPr>
            <a:xfrm>
              <a:off x="0" y="2420280"/>
              <a:ext cx="874440" cy="272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9" name="object 121"/>
            <p:cNvSpPr/>
            <p:nvPr/>
          </p:nvSpPr>
          <p:spPr>
            <a:xfrm>
              <a:off x="0" y="2232360"/>
              <a:ext cx="452880" cy="743760"/>
            </a:xfrm>
            <a:custGeom>
              <a:avLst/>
              <a:gdLst>
                <a:gd name="textAreaLeft" fmla="*/ 0 w 452880"/>
                <a:gd name="textAreaRight" fmla="*/ 453240 w 452880"/>
                <a:gd name="textAreaTop" fmla="*/ 0 h 743760"/>
                <a:gd name="textAreaBottom" fmla="*/ 744120 h 743760"/>
              </a:gdLst>
              <a:ahLst/>
              <a:cxnLst/>
              <a:rect l="textAreaLeft" t="textAreaTop" r="textAreaRight" b="textAreaBottom"/>
              <a:pathLst>
                <a:path w="453390" h="744219">
                  <a:moveTo>
                    <a:pt x="453248" y="744155"/>
                  </a:moveTo>
                  <a:lnTo>
                    <a:pt x="0" y="372958"/>
                  </a:lnTo>
                  <a:lnTo>
                    <a:pt x="0" y="0"/>
                  </a:lnTo>
                  <a:lnTo>
                    <a:pt x="453248" y="371197"/>
                  </a:lnTo>
                  <a:lnTo>
                    <a:pt x="453248" y="744155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object 122"/>
            <p:cNvSpPr/>
            <p:nvPr/>
          </p:nvSpPr>
          <p:spPr>
            <a:xfrm>
              <a:off x="421200" y="3670560"/>
              <a:ext cx="452880" cy="743760"/>
            </a:xfrm>
            <a:custGeom>
              <a:avLst/>
              <a:gdLst>
                <a:gd name="textAreaLeft" fmla="*/ 0 w 452880"/>
                <a:gd name="textAreaRight" fmla="*/ 453240 w 452880"/>
                <a:gd name="textAreaTop" fmla="*/ 0 h 743760"/>
                <a:gd name="textAreaBottom" fmla="*/ 744120 h 743760"/>
              </a:gdLst>
              <a:ahLst/>
              <a:cxnLst/>
              <a:rect l="textAreaLeft" t="textAreaTop" r="textAreaRight" b="textAreaBottom"/>
              <a:pathLst>
                <a:path w="453390" h="744220">
                  <a:moveTo>
                    <a:pt x="0" y="743792"/>
                  </a:moveTo>
                  <a:lnTo>
                    <a:pt x="0" y="371196"/>
                  </a:lnTo>
                  <a:lnTo>
                    <a:pt x="453248" y="0"/>
                  </a:lnTo>
                  <a:lnTo>
                    <a:pt x="453248" y="372595"/>
                  </a:lnTo>
                  <a:lnTo>
                    <a:pt x="0" y="743792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1" name="PlaceHolder 1"/>
          <p:cNvSpPr>
            <a:spLocks noGrp="1"/>
          </p:cNvSpPr>
          <p:nvPr>
            <p:ph/>
          </p:nvPr>
        </p:nvSpPr>
        <p:spPr>
          <a:xfrm>
            <a:off x="2526480" y="807120"/>
            <a:ext cx="4090680" cy="1114560"/>
          </a:xfrm>
          <a:prstGeom prst="rect">
            <a:avLst/>
          </a:prstGeom>
          <a:noFill/>
          <a:ln w="0">
            <a:noFill/>
          </a:ln>
        </p:spPr>
        <p:txBody>
          <a:bodyPr lIns="0" rIns="0" tIns="10800" bIns="0" anchor="t">
            <a:spAutoFit/>
          </a:bodyPr>
          <a:p>
            <a:pPr marL="128880" indent="0" algn="ctr">
              <a:lnSpc>
                <a:spcPct val="100000"/>
              </a:lnSpc>
              <a:spcBef>
                <a:spcPts val="85"/>
              </a:spcBef>
              <a:buNone/>
            </a:pPr>
            <a:r>
              <a:rPr b="0" lang="en-MY" sz="1800" spc="5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Changes</a:t>
            </a:r>
            <a:r>
              <a:rPr b="0" lang="en-MY" sz="1800" spc="105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made</a:t>
            </a:r>
            <a:r>
              <a:rPr b="0" lang="en-MY" sz="1800" spc="1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on</a:t>
            </a:r>
            <a:r>
              <a:rPr b="0" lang="en-MY" sz="1800" spc="1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working</a:t>
            </a:r>
            <a:r>
              <a:rPr b="0" lang="en-MY" sz="1800" spc="1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tree</a:t>
            </a:r>
            <a:r>
              <a:rPr b="0" lang="en-MY" sz="1800" spc="1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will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not</a:t>
            </a:r>
            <a:r>
              <a:rPr b="0" lang="en-MY" sz="1800" spc="18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be</a:t>
            </a:r>
            <a:r>
              <a:rPr b="0" lang="en-MY" sz="1800" spc="18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commited</a:t>
            </a:r>
            <a:r>
              <a:rPr b="0" lang="en-MY" sz="1800" spc="18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directly</a:t>
            </a:r>
            <a:r>
              <a:rPr b="0" lang="en-MY" sz="1800" spc="18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184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6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the </a:t>
            </a:r>
            <a:r>
              <a:rPr b="0" lang="en-MY" sz="1800" spc="-11" strike="noStrike" u="none">
                <a:solidFill>
                  <a:srgbClr val="ffcc00"/>
                </a:solidFill>
                <a:effectLst/>
                <a:uFillTx/>
                <a:latin typeface="Calibri"/>
              </a:rPr>
              <a:t>repository.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615"/>
              </a:spcBef>
              <a:buNone/>
            </a:pP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They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need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staged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index</a:t>
            </a:r>
            <a:r>
              <a:rPr b="0" lang="en-MY" sz="1800" spc="113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first.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2" name="object 124" descr=""/>
          <p:cNvPicPr/>
          <p:nvPr/>
        </p:nvPicPr>
        <p:blipFill>
          <a:blip r:embed="rId3"/>
          <a:stretch/>
        </p:blipFill>
        <p:spPr>
          <a:xfrm>
            <a:off x="1360080" y="2273400"/>
            <a:ext cx="6423840" cy="264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PlaceHolder 2"/>
          <p:cNvSpPr>
            <a:spLocks noGrp="1"/>
          </p:cNvSpPr>
          <p:nvPr>
            <p:ph type="title"/>
          </p:nvPr>
        </p:nvSpPr>
        <p:spPr>
          <a:xfrm>
            <a:off x="4182480" y="351360"/>
            <a:ext cx="77868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2400" spc="-1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Note!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object 126"/>
          <p:cNvSpPr/>
          <p:nvPr/>
        </p:nvSpPr>
        <p:spPr>
          <a:xfrm>
            <a:off x="1300680" y="743760"/>
            <a:ext cx="505944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33cccc"/>
                </a:solidFill>
                <a:effectLst/>
                <a:uFillTx/>
                <a:latin typeface="Calibri"/>
              </a:rPr>
              <a:t>independent</a:t>
            </a:r>
            <a:r>
              <a:rPr b="0" lang="en-MY" sz="1800" spc="159" strike="noStrike" u="none">
                <a:solidFill>
                  <a:srgbClr val="33cccc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line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8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development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Perfect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for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working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new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features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or</a:t>
            </a:r>
            <a:r>
              <a:rPr b="0" lang="en-MY" sz="1800" spc="10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bug</a:t>
            </a:r>
            <a:r>
              <a:rPr b="0" lang="en-MY" sz="1800" spc="1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fixes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tabLst>
                <a:tab algn="l" pos="30852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Each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has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main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r>
              <a:rPr b="0" lang="en-MY" sz="18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7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by</a:t>
            </a:r>
            <a:r>
              <a:rPr b="0" lang="en-MY" sz="18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default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143352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3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7.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7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Branch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76" name="object 128"/>
          <p:cNvGrpSpPr/>
          <p:nvPr/>
        </p:nvGrpSpPr>
        <p:grpSpPr>
          <a:xfrm>
            <a:off x="1634040" y="4456800"/>
            <a:ext cx="1933200" cy="315360"/>
            <a:chOff x="1634040" y="4456800"/>
            <a:chExt cx="1933200" cy="315360"/>
          </a:xfrm>
        </p:grpSpPr>
        <p:sp>
          <p:nvSpPr>
            <p:cNvPr id="277" name="object 129"/>
            <p:cNvSpPr/>
            <p:nvPr/>
          </p:nvSpPr>
          <p:spPr>
            <a:xfrm>
              <a:off x="1634040" y="4456800"/>
              <a:ext cx="1933200" cy="315360"/>
            </a:xfrm>
            <a:custGeom>
              <a:avLst/>
              <a:gdLst>
                <a:gd name="textAreaLeft" fmla="*/ 0 w 1933200"/>
                <a:gd name="textAreaRight" fmla="*/ 1933560 w 193320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1933575" h="315595">
                  <a:moveTo>
                    <a:pt x="1880998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1933499" y="0"/>
                  </a:lnTo>
                  <a:lnTo>
                    <a:pt x="1933499" y="262498"/>
                  </a:lnTo>
                  <a:lnTo>
                    <a:pt x="1929374" y="282934"/>
                  </a:lnTo>
                  <a:lnTo>
                    <a:pt x="1918122" y="299622"/>
                  </a:lnTo>
                  <a:lnTo>
                    <a:pt x="1901434" y="310874"/>
                  </a:lnTo>
                  <a:lnTo>
                    <a:pt x="18809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object 130"/>
            <p:cNvSpPr/>
            <p:nvPr/>
          </p:nvSpPr>
          <p:spPr>
            <a:xfrm>
              <a:off x="1634040" y="4456800"/>
              <a:ext cx="1933200" cy="315360"/>
            </a:xfrm>
            <a:custGeom>
              <a:avLst/>
              <a:gdLst>
                <a:gd name="textAreaLeft" fmla="*/ 0 w 1933200"/>
                <a:gd name="textAreaRight" fmla="*/ 1933560 w 193320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1933575" h="315595">
                  <a:moveTo>
                    <a:pt x="52517" y="0"/>
                  </a:moveTo>
                  <a:lnTo>
                    <a:pt x="1933516" y="0"/>
                  </a:lnTo>
                  <a:lnTo>
                    <a:pt x="1933516" y="262498"/>
                  </a:lnTo>
                  <a:lnTo>
                    <a:pt x="1929390" y="282934"/>
                  </a:lnTo>
                  <a:lnTo>
                    <a:pt x="1918138" y="299622"/>
                  </a:lnTo>
                  <a:lnTo>
                    <a:pt x="1901450" y="310874"/>
                  </a:lnTo>
                  <a:lnTo>
                    <a:pt x="1881014" y="314999"/>
                  </a:lnTo>
                  <a:lnTo>
                    <a:pt x="16" y="314999"/>
                  </a:lnTo>
                  <a:lnTo>
                    <a:pt x="16" y="52501"/>
                  </a:lnTo>
                  <a:lnTo>
                    <a:pt x="4141" y="32065"/>
                  </a:lnTo>
                  <a:lnTo>
                    <a:pt x="15393" y="15377"/>
                  </a:lnTo>
                  <a:lnTo>
                    <a:pt x="32081" y="4125"/>
                  </a:lnTo>
                  <a:lnTo>
                    <a:pt x="52517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9" name="object 131"/>
          <p:cNvSpPr/>
          <p:nvPr/>
        </p:nvSpPr>
        <p:spPr>
          <a:xfrm>
            <a:off x="1707120" y="4436640"/>
            <a:ext cx="16372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List</a:t>
            </a:r>
            <a:r>
              <a:rPr b="0" lang="en-MY" sz="1200" spc="11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available</a:t>
            </a:r>
            <a:r>
              <a:rPr b="0" lang="en-MY" sz="1200" spc="1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branches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object 132" descr=""/>
          <p:cNvPicPr/>
          <p:nvPr/>
        </p:nvPicPr>
        <p:blipFill>
          <a:blip r:embed="rId1"/>
          <a:stretch/>
        </p:blipFill>
        <p:spPr>
          <a:xfrm>
            <a:off x="1634040" y="1688400"/>
            <a:ext cx="4701960" cy="2618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1" name="object 133"/>
          <p:cNvGrpSpPr/>
          <p:nvPr/>
        </p:nvGrpSpPr>
        <p:grpSpPr>
          <a:xfrm>
            <a:off x="3699720" y="4456800"/>
            <a:ext cx="2287800" cy="315360"/>
            <a:chOff x="3699720" y="4456800"/>
            <a:chExt cx="2287800" cy="315360"/>
          </a:xfrm>
        </p:grpSpPr>
        <p:sp>
          <p:nvSpPr>
            <p:cNvPr id="282" name="object 134"/>
            <p:cNvSpPr/>
            <p:nvPr/>
          </p:nvSpPr>
          <p:spPr>
            <a:xfrm>
              <a:off x="3700080" y="4456800"/>
              <a:ext cx="2287440" cy="315360"/>
            </a:xfrm>
            <a:custGeom>
              <a:avLst/>
              <a:gdLst>
                <a:gd name="textAreaLeft" fmla="*/ 0 w 2287440"/>
                <a:gd name="textAreaRight" fmla="*/ 2287800 w 228744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87904" h="315595">
                  <a:moveTo>
                    <a:pt x="2235298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0" y="0"/>
                  </a:lnTo>
                  <a:lnTo>
                    <a:pt x="2287799" y="0"/>
                  </a:lnTo>
                  <a:lnTo>
                    <a:pt x="2287799" y="262498"/>
                  </a:lnTo>
                  <a:lnTo>
                    <a:pt x="2283674" y="282934"/>
                  </a:lnTo>
                  <a:lnTo>
                    <a:pt x="2272422" y="299622"/>
                  </a:lnTo>
                  <a:lnTo>
                    <a:pt x="2255734" y="310874"/>
                  </a:lnTo>
                  <a:lnTo>
                    <a:pt x="2235298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object 135"/>
            <p:cNvSpPr/>
            <p:nvPr/>
          </p:nvSpPr>
          <p:spPr>
            <a:xfrm>
              <a:off x="3699720" y="4456800"/>
              <a:ext cx="2287440" cy="315360"/>
            </a:xfrm>
            <a:custGeom>
              <a:avLst/>
              <a:gdLst>
                <a:gd name="textAreaLeft" fmla="*/ 0 w 2287440"/>
                <a:gd name="textAreaRight" fmla="*/ 2287800 w 228744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87904" h="315595">
                  <a:moveTo>
                    <a:pt x="52519" y="0"/>
                  </a:moveTo>
                  <a:lnTo>
                    <a:pt x="2287819" y="0"/>
                  </a:lnTo>
                  <a:lnTo>
                    <a:pt x="2287819" y="262498"/>
                  </a:lnTo>
                  <a:lnTo>
                    <a:pt x="2283693" y="282934"/>
                  </a:lnTo>
                  <a:lnTo>
                    <a:pt x="2272442" y="299622"/>
                  </a:lnTo>
                  <a:lnTo>
                    <a:pt x="2255753" y="310874"/>
                  </a:lnTo>
                  <a:lnTo>
                    <a:pt x="2235317" y="314999"/>
                  </a:lnTo>
                  <a:lnTo>
                    <a:pt x="19" y="314999"/>
                  </a:lnTo>
                  <a:lnTo>
                    <a:pt x="19" y="52501"/>
                  </a:lnTo>
                  <a:lnTo>
                    <a:pt x="4145" y="32065"/>
                  </a:lnTo>
                  <a:lnTo>
                    <a:pt x="15396" y="15377"/>
                  </a:lnTo>
                  <a:lnTo>
                    <a:pt x="32084" y="4125"/>
                  </a:lnTo>
                  <a:lnTo>
                    <a:pt x="52519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object 136"/>
          <p:cNvSpPr/>
          <p:nvPr/>
        </p:nvSpPr>
        <p:spPr>
          <a:xfrm>
            <a:off x="3772800" y="4436640"/>
            <a:ext cx="2108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22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r>
              <a:rPr b="0" lang="en-MY" sz="1400" spc="2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[branch-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name]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Add</a:t>
            </a:r>
            <a:r>
              <a:rPr b="0" lang="en-MY" sz="12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new</a:t>
            </a:r>
            <a:r>
              <a:rPr b="0" lang="en-MY" sz="12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5" name="object 137"/>
          <p:cNvGrpSpPr/>
          <p:nvPr/>
        </p:nvGrpSpPr>
        <p:grpSpPr>
          <a:xfrm>
            <a:off x="6136920" y="4456800"/>
            <a:ext cx="2484360" cy="315360"/>
            <a:chOff x="6136920" y="4456800"/>
            <a:chExt cx="2484360" cy="315360"/>
          </a:xfrm>
        </p:grpSpPr>
        <p:sp>
          <p:nvSpPr>
            <p:cNvPr id="286" name="object 138"/>
            <p:cNvSpPr/>
            <p:nvPr/>
          </p:nvSpPr>
          <p:spPr>
            <a:xfrm>
              <a:off x="6136920" y="4456800"/>
              <a:ext cx="2484360" cy="315360"/>
            </a:xfrm>
            <a:custGeom>
              <a:avLst/>
              <a:gdLst>
                <a:gd name="textAreaLeft" fmla="*/ 0 w 2484360"/>
                <a:gd name="textAreaRight" fmla="*/ 2484720 w 24843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484754" h="315595">
                  <a:moveTo>
                    <a:pt x="2431799" y="314999"/>
                  </a:moveTo>
                  <a:lnTo>
                    <a:pt x="0" y="314999"/>
                  </a:lnTo>
                  <a:lnTo>
                    <a:pt x="0" y="52501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484299" y="0"/>
                  </a:lnTo>
                  <a:lnTo>
                    <a:pt x="2484299" y="262498"/>
                  </a:lnTo>
                  <a:lnTo>
                    <a:pt x="2480174" y="282934"/>
                  </a:lnTo>
                  <a:lnTo>
                    <a:pt x="2468922" y="299622"/>
                  </a:lnTo>
                  <a:lnTo>
                    <a:pt x="2452234" y="310874"/>
                  </a:lnTo>
                  <a:lnTo>
                    <a:pt x="2431799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object 139"/>
            <p:cNvSpPr/>
            <p:nvPr/>
          </p:nvSpPr>
          <p:spPr>
            <a:xfrm>
              <a:off x="6136920" y="4456800"/>
              <a:ext cx="2484360" cy="315360"/>
            </a:xfrm>
            <a:custGeom>
              <a:avLst/>
              <a:gdLst>
                <a:gd name="textAreaLeft" fmla="*/ 0 w 2484360"/>
                <a:gd name="textAreaRight" fmla="*/ 2484720 w 248436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484754" h="315595">
                  <a:moveTo>
                    <a:pt x="52521" y="0"/>
                  </a:moveTo>
                  <a:lnTo>
                    <a:pt x="2484320" y="0"/>
                  </a:lnTo>
                  <a:lnTo>
                    <a:pt x="2484320" y="262498"/>
                  </a:lnTo>
                  <a:lnTo>
                    <a:pt x="2480194" y="282934"/>
                  </a:lnTo>
                  <a:lnTo>
                    <a:pt x="2468943" y="299622"/>
                  </a:lnTo>
                  <a:lnTo>
                    <a:pt x="2452255" y="310874"/>
                  </a:lnTo>
                  <a:lnTo>
                    <a:pt x="2431819" y="314999"/>
                  </a:lnTo>
                  <a:lnTo>
                    <a:pt x="20" y="314999"/>
                  </a:lnTo>
                  <a:lnTo>
                    <a:pt x="20" y="52501"/>
                  </a:lnTo>
                  <a:lnTo>
                    <a:pt x="4146" y="32065"/>
                  </a:lnTo>
                  <a:lnTo>
                    <a:pt x="15397" y="15377"/>
                  </a:lnTo>
                  <a:lnTo>
                    <a:pt x="32086" y="4125"/>
                  </a:lnTo>
                  <a:lnTo>
                    <a:pt x="52521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8" name="object 140"/>
          <p:cNvSpPr/>
          <p:nvPr/>
        </p:nvSpPr>
        <p:spPr>
          <a:xfrm>
            <a:off x="6210000" y="4436640"/>
            <a:ext cx="22888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3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checkout</a:t>
            </a:r>
            <a:r>
              <a:rPr b="0" lang="en-MY" sz="1400" spc="3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[branch-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name]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Switch</a:t>
            </a:r>
            <a:r>
              <a:rPr b="0" lang="en-MY" sz="12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2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specified</a:t>
            </a:r>
            <a:r>
              <a:rPr b="0" lang="en-MY" sz="1200" spc="16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141"/>
          <p:cNvSpPr/>
          <p:nvPr/>
        </p:nvSpPr>
        <p:spPr>
          <a:xfrm>
            <a:off x="1300680" y="743760"/>
            <a:ext cx="573192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308520" indent="-296640">
              <a:lnSpc>
                <a:spcPct val="100000"/>
              </a:lnSpc>
              <a:spcBef>
                <a:spcPts val="85"/>
              </a:spcBef>
              <a:tabLst>
                <a:tab algn="l" pos="0"/>
              </a:tabLst>
            </a:pPr>
            <a:r>
              <a:rPr b="0" lang="en-MY" sz="1800" spc="-51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›</a:t>
            </a:r>
            <a:r>
              <a:rPr b="0" lang="en-MY" sz="1800" strike="noStrike" u="none">
                <a:solidFill>
                  <a:srgbClr val="1b4587"/>
                </a:solidFill>
                <a:effectLst/>
                <a:uFillTx/>
                <a:latin typeface="Calibri"/>
              </a:rPr>
              <a:t>	</a:t>
            </a:r>
            <a:r>
              <a:rPr b="0" lang="en-MY" sz="1800" spc="6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operation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applies</a:t>
            </a:r>
            <a:r>
              <a:rPr b="0" lang="en-MY" sz="18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changes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800" spc="1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r>
              <a:rPr b="0" lang="en-MY" sz="18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onto </a:t>
            </a:r>
            <a:r>
              <a:rPr b="0" lang="en-MY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8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800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Main</a:t>
            </a:r>
            <a:r>
              <a:rPr b="0" lang="en-MY" sz="1800" spc="145" strike="noStrike" u="none">
                <a:solidFill>
                  <a:srgbClr val="ff0066"/>
                </a:solidFill>
                <a:effectLst/>
                <a:uFillTx/>
                <a:latin typeface="Calibri"/>
              </a:rPr>
              <a:t> </a:t>
            </a:r>
            <a:r>
              <a:rPr b="0" lang="en-MY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140120" y="299520"/>
            <a:ext cx="137052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469440"/>
              </a:tabLst>
            </a:pPr>
            <a:r>
              <a:rPr b="1" lang="en-MY" sz="24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8.</a:t>
            </a:r>
            <a:r>
              <a:rPr b="1" lang="en-MY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1" lang="en-MY" sz="2400" spc="7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Merge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91" name="object 143"/>
          <p:cNvGrpSpPr/>
          <p:nvPr/>
        </p:nvGrpSpPr>
        <p:grpSpPr>
          <a:xfrm>
            <a:off x="1634040" y="2667600"/>
            <a:ext cx="2287440" cy="315360"/>
            <a:chOff x="1634040" y="2667600"/>
            <a:chExt cx="2287440" cy="315360"/>
          </a:xfrm>
        </p:grpSpPr>
        <p:sp>
          <p:nvSpPr>
            <p:cNvPr id="292" name="object 144"/>
            <p:cNvSpPr/>
            <p:nvPr/>
          </p:nvSpPr>
          <p:spPr>
            <a:xfrm>
              <a:off x="1634040" y="2667600"/>
              <a:ext cx="2287440" cy="315360"/>
            </a:xfrm>
            <a:custGeom>
              <a:avLst/>
              <a:gdLst>
                <a:gd name="textAreaLeft" fmla="*/ 0 w 2287440"/>
                <a:gd name="textAreaRight" fmla="*/ 2287800 w 228744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87904" h="315594">
                  <a:moveTo>
                    <a:pt x="2235299" y="314999"/>
                  </a:moveTo>
                  <a:lnTo>
                    <a:pt x="0" y="314999"/>
                  </a:lnTo>
                  <a:lnTo>
                    <a:pt x="0" y="52500"/>
                  </a:lnTo>
                  <a:lnTo>
                    <a:pt x="4125" y="32065"/>
                  </a:lnTo>
                  <a:lnTo>
                    <a:pt x="15377" y="15377"/>
                  </a:lnTo>
                  <a:lnTo>
                    <a:pt x="32065" y="4125"/>
                  </a:lnTo>
                  <a:lnTo>
                    <a:pt x="52501" y="0"/>
                  </a:lnTo>
                  <a:lnTo>
                    <a:pt x="2287799" y="0"/>
                  </a:lnTo>
                  <a:lnTo>
                    <a:pt x="2287799" y="262499"/>
                  </a:lnTo>
                  <a:lnTo>
                    <a:pt x="2283674" y="282934"/>
                  </a:lnTo>
                  <a:lnTo>
                    <a:pt x="2272422" y="299622"/>
                  </a:lnTo>
                  <a:lnTo>
                    <a:pt x="2255734" y="310874"/>
                  </a:lnTo>
                  <a:lnTo>
                    <a:pt x="2235299" y="314999"/>
                  </a:lnTo>
                  <a:close/>
                </a:path>
              </a:pathLst>
            </a:custGeom>
            <a:solidFill>
              <a:srgbClr val="545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object 145"/>
            <p:cNvSpPr/>
            <p:nvPr/>
          </p:nvSpPr>
          <p:spPr>
            <a:xfrm>
              <a:off x="1634040" y="2667600"/>
              <a:ext cx="2287440" cy="315360"/>
            </a:xfrm>
            <a:custGeom>
              <a:avLst/>
              <a:gdLst>
                <a:gd name="textAreaLeft" fmla="*/ 0 w 2287440"/>
                <a:gd name="textAreaRight" fmla="*/ 2287800 w 228744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2287904" h="315594">
                  <a:moveTo>
                    <a:pt x="52520" y="0"/>
                  </a:moveTo>
                  <a:lnTo>
                    <a:pt x="2287818" y="0"/>
                  </a:lnTo>
                  <a:lnTo>
                    <a:pt x="2287818" y="262499"/>
                  </a:lnTo>
                  <a:lnTo>
                    <a:pt x="2283693" y="282934"/>
                  </a:lnTo>
                  <a:lnTo>
                    <a:pt x="2272441" y="299622"/>
                  </a:lnTo>
                  <a:lnTo>
                    <a:pt x="2255753" y="310874"/>
                  </a:lnTo>
                  <a:lnTo>
                    <a:pt x="2235318" y="314999"/>
                  </a:lnTo>
                  <a:lnTo>
                    <a:pt x="19" y="314999"/>
                  </a:lnTo>
                  <a:lnTo>
                    <a:pt x="19" y="52500"/>
                  </a:lnTo>
                  <a:lnTo>
                    <a:pt x="4144" y="32065"/>
                  </a:lnTo>
                  <a:lnTo>
                    <a:pt x="15396" y="15377"/>
                  </a:lnTo>
                  <a:lnTo>
                    <a:pt x="32084" y="4125"/>
                  </a:lnTo>
                  <a:lnTo>
                    <a:pt x="5252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object 146"/>
          <p:cNvSpPr/>
          <p:nvPr/>
        </p:nvSpPr>
        <p:spPr>
          <a:xfrm>
            <a:off x="1707120" y="2647080"/>
            <a:ext cx="19591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164520" indent="-136440">
              <a:lnSpc>
                <a:spcPct val="100000"/>
              </a:lnSpc>
              <a:spcBef>
                <a:spcPts val="519"/>
              </a:spcBef>
              <a:buClr>
                <a:srgbClr val="ffffff"/>
              </a:buClr>
              <a:buFont typeface="Symbol" charset="2"/>
              <a:buChar char=""/>
              <a:tabLst>
                <a:tab algn="l" pos="164520"/>
              </a:tabLst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b="0" lang="en-MY" sz="1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merge</a:t>
            </a:r>
            <a:r>
              <a:rPr b="0" lang="en-MY" sz="1400" spc="1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[branch]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tabLst>
                <a:tab algn="l" pos="164520"/>
              </a:tabLst>
            </a:pPr>
            <a:r>
              <a:rPr b="0" lang="en-MY" sz="1200" spc="24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r>
              <a:rPr b="0" lang="en-MY" sz="12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Merge</a:t>
            </a:r>
            <a:r>
              <a:rPr b="0" lang="en-MY" sz="12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2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specified</a:t>
            </a:r>
            <a:r>
              <a:rPr b="0" lang="en-MY" sz="12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2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branch</a:t>
            </a:r>
            <a:endParaRPr b="0" lang="en-MY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object 147" descr=""/>
          <p:cNvPicPr/>
          <p:nvPr/>
        </p:nvPicPr>
        <p:blipFill>
          <a:blip r:embed="rId1"/>
          <a:stretch/>
        </p:blipFill>
        <p:spPr>
          <a:xfrm>
            <a:off x="4043520" y="1173240"/>
            <a:ext cx="4571280" cy="375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7" name="object 3"/>
          <p:cNvGrpSpPr/>
          <p:nvPr/>
        </p:nvGrpSpPr>
        <p:grpSpPr>
          <a:xfrm>
            <a:off x="7395120" y="0"/>
            <a:ext cx="1748520" cy="4012920"/>
            <a:chOff x="7395120" y="0"/>
            <a:chExt cx="1748520" cy="4012920"/>
          </a:xfrm>
        </p:grpSpPr>
        <p:pic>
          <p:nvPicPr>
            <p:cNvPr id="298" name="object 4" descr=""/>
            <p:cNvPicPr/>
            <p:nvPr/>
          </p:nvPicPr>
          <p:blipFill>
            <a:blip r:embed="rId1"/>
            <a:stretch/>
          </p:blipFill>
          <p:spPr>
            <a:xfrm>
              <a:off x="7877880" y="0"/>
              <a:ext cx="1265760" cy="2077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9" name="object 5" descr=""/>
            <p:cNvPicPr/>
            <p:nvPr/>
          </p:nvPicPr>
          <p:blipFill>
            <a:blip r:embed="rId2"/>
            <a:stretch/>
          </p:blipFill>
          <p:spPr>
            <a:xfrm>
              <a:off x="7575840" y="1163160"/>
              <a:ext cx="1567800" cy="257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0" name="object 6" descr=""/>
            <p:cNvPicPr/>
            <p:nvPr/>
          </p:nvPicPr>
          <p:blipFill>
            <a:blip r:embed="rId3"/>
            <a:stretch/>
          </p:blipFill>
          <p:spPr>
            <a:xfrm>
              <a:off x="8293320" y="2445480"/>
              <a:ext cx="850320" cy="1395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1" name="object 7"/>
            <p:cNvSpPr/>
            <p:nvPr/>
          </p:nvSpPr>
          <p:spPr>
            <a:xfrm>
              <a:off x="7395120" y="325800"/>
              <a:ext cx="676440" cy="1110960"/>
            </a:xfrm>
            <a:custGeom>
              <a:avLst/>
              <a:gdLst>
                <a:gd name="textAreaLeft" fmla="*/ 0 w 676440"/>
                <a:gd name="textAreaRight" fmla="*/ 676800 w 67644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676909" h="1111250">
                  <a:moveTo>
                    <a:pt x="676799" y="1110899"/>
                  </a:moveTo>
                  <a:lnTo>
                    <a:pt x="0" y="556621"/>
                  </a:lnTo>
                  <a:lnTo>
                    <a:pt x="0" y="0"/>
                  </a:lnTo>
                  <a:lnTo>
                    <a:pt x="676799" y="554278"/>
                  </a:lnTo>
                  <a:lnTo>
                    <a:pt x="676799" y="11108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object 8"/>
            <p:cNvSpPr/>
            <p:nvPr/>
          </p:nvSpPr>
          <p:spPr>
            <a:xfrm>
              <a:off x="8396280" y="3228480"/>
              <a:ext cx="477720" cy="784440"/>
            </a:xfrm>
            <a:custGeom>
              <a:avLst/>
              <a:gdLst>
                <a:gd name="textAreaLeft" fmla="*/ 0 w 477720"/>
                <a:gd name="textAreaRight" fmla="*/ 478080 w 47772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478154" h="784860">
                  <a:moveTo>
                    <a:pt x="0" y="784500"/>
                  </a:moveTo>
                  <a:lnTo>
                    <a:pt x="0" y="391385"/>
                  </a:lnTo>
                  <a:lnTo>
                    <a:pt x="477899" y="0"/>
                  </a:lnTo>
                  <a:lnTo>
                    <a:pt x="477899" y="393114"/>
                  </a:lnTo>
                  <a:lnTo>
                    <a:pt x="0" y="784500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object 9"/>
          <p:cNvGrpSpPr/>
          <p:nvPr/>
        </p:nvGrpSpPr>
        <p:grpSpPr>
          <a:xfrm>
            <a:off x="0" y="2738520"/>
            <a:ext cx="722520" cy="2405160"/>
            <a:chOff x="0" y="2738520"/>
            <a:chExt cx="722520" cy="2405160"/>
          </a:xfrm>
        </p:grpSpPr>
        <p:pic>
          <p:nvPicPr>
            <p:cNvPr id="304" name="object 10" descr=""/>
            <p:cNvPicPr/>
            <p:nvPr/>
          </p:nvPicPr>
          <p:blipFill>
            <a:blip r:embed="rId4"/>
            <a:stretch/>
          </p:blipFill>
          <p:spPr>
            <a:xfrm>
              <a:off x="0" y="3097800"/>
              <a:ext cx="722160" cy="1185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5" name="object 11" descr=""/>
            <p:cNvPicPr/>
            <p:nvPr/>
          </p:nvPicPr>
          <p:blipFill>
            <a:blip r:embed="rId5"/>
            <a:stretch/>
          </p:blipFill>
          <p:spPr>
            <a:xfrm>
              <a:off x="0" y="2894040"/>
              <a:ext cx="492120" cy="808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6" name="object 12"/>
            <p:cNvSpPr/>
            <p:nvPr/>
          </p:nvSpPr>
          <p:spPr>
            <a:xfrm>
              <a:off x="0" y="4255560"/>
              <a:ext cx="541440" cy="888120"/>
            </a:xfrm>
            <a:custGeom>
              <a:avLst/>
              <a:gdLst>
                <a:gd name="textAreaLeft" fmla="*/ 0 w 541440"/>
                <a:gd name="textAreaRight" fmla="*/ 541800 w 54144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541655" h="888364">
                  <a:moveTo>
                    <a:pt x="0" y="887999"/>
                  </a:moveTo>
                  <a:lnTo>
                    <a:pt x="0" y="443226"/>
                  </a:lnTo>
                  <a:lnTo>
                    <a:pt x="541199" y="0"/>
                  </a:lnTo>
                  <a:lnTo>
                    <a:pt x="541199" y="444773"/>
                  </a:lnTo>
                  <a:lnTo>
                    <a:pt x="0" y="887999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object 13"/>
            <p:cNvSpPr/>
            <p:nvPr/>
          </p:nvSpPr>
          <p:spPr>
            <a:xfrm>
              <a:off x="0" y="2738520"/>
              <a:ext cx="374400" cy="6148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880"/>
                <a:gd name="textAreaBottom" fmla="*/ 615240 h 614880"/>
              </a:gdLst>
              <a:ahLst/>
              <a:cxnLst/>
              <a:rect l="textAreaLeft" t="textAreaTop" r="textAreaRight" b="textAreaBottom"/>
              <a:pathLst>
                <a:path w="374650" h="615314">
                  <a:moveTo>
                    <a:pt x="374399" y="614699"/>
                  </a:moveTo>
                  <a:lnTo>
                    <a:pt x="0" y="308077"/>
                  </a:lnTo>
                  <a:lnTo>
                    <a:pt x="0" y="0"/>
                  </a:lnTo>
                  <a:lnTo>
                    <a:pt x="374399" y="306622"/>
                  </a:lnTo>
                  <a:lnTo>
                    <a:pt x="374399" y="614699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object 14"/>
            <p:cNvSpPr/>
            <p:nvPr/>
          </p:nvSpPr>
          <p:spPr>
            <a:xfrm>
              <a:off x="348120" y="3926520"/>
              <a:ext cx="374400" cy="61416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614160"/>
                <a:gd name="textAreaBottom" fmla="*/ 614520 h 614160"/>
              </a:gdLst>
              <a:ahLst/>
              <a:cxnLst/>
              <a:rect l="textAreaLeft" t="textAreaTop" r="textAreaRight" b="textAreaBottom"/>
              <a:pathLst>
                <a:path w="374650" h="614679">
                  <a:moveTo>
                    <a:pt x="0" y="614399"/>
                  </a:moveTo>
                  <a:lnTo>
                    <a:pt x="0" y="306622"/>
                  </a:lnTo>
                  <a:lnTo>
                    <a:pt x="374399" y="0"/>
                  </a:lnTo>
                  <a:lnTo>
                    <a:pt x="374399" y="307777"/>
                  </a:lnTo>
                  <a:lnTo>
                    <a:pt x="0" y="614399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9" name="object 15"/>
          <p:cNvSpPr/>
          <p:nvPr/>
        </p:nvSpPr>
        <p:spPr>
          <a:xfrm>
            <a:off x="1140120" y="217080"/>
            <a:ext cx="61452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3040" bIns="0" anchor="t">
            <a:spAutoFit/>
          </a:bodyPr>
          <a:p>
            <a:pPr marL="12600">
              <a:lnSpc>
                <a:spcPts val="1650"/>
              </a:lnSpc>
              <a:spcBef>
                <a:spcPts val="181"/>
              </a:spcBef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push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will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rejected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if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400" spc="14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out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date,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possibly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because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there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some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updates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0" lang="en-MY" sz="1400" spc="1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added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by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others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do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not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have</a:t>
            </a:r>
            <a:r>
              <a:rPr b="0" lang="en-MY" sz="1400" spc="13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locally</a:t>
            </a:r>
            <a:r>
              <a:rPr b="0" lang="en-MY" sz="1400" spc="1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yet.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9"/>
              </a:spcBef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This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4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called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en-MY" sz="1400" spc="45" strike="noStrike" u="none">
                <a:solidFill>
                  <a:srgbClr val="33ccff"/>
                </a:solidFill>
                <a:effectLst/>
                <a:uFillTx/>
                <a:latin typeface="Calibri"/>
              </a:rPr>
              <a:t>Conflict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object 16" descr=""/>
          <p:cNvPicPr/>
          <p:nvPr/>
        </p:nvPicPr>
        <p:blipFill>
          <a:blip r:embed="rId6"/>
          <a:stretch/>
        </p:blipFill>
        <p:spPr>
          <a:xfrm>
            <a:off x="3239280" y="1065960"/>
            <a:ext cx="4109040" cy="183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object 17" descr=""/>
          <p:cNvPicPr/>
          <p:nvPr/>
        </p:nvPicPr>
        <p:blipFill>
          <a:blip r:embed="rId7"/>
          <a:stretch/>
        </p:blipFill>
        <p:spPr>
          <a:xfrm>
            <a:off x="3239280" y="3050280"/>
            <a:ext cx="4109040" cy="183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object 18"/>
          <p:cNvSpPr/>
          <p:nvPr/>
        </p:nvSpPr>
        <p:spPr>
          <a:xfrm>
            <a:off x="1140120" y="2370600"/>
            <a:ext cx="19580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3040" bIns="0" anchor="t">
            <a:spAutoFit/>
          </a:bodyPr>
          <a:p>
            <a:pPr marL="12600">
              <a:lnSpc>
                <a:spcPts val="1650"/>
              </a:lnSpc>
              <a:spcBef>
                <a:spcPts val="181"/>
              </a:spcBef>
            </a:pP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If</a:t>
            </a:r>
            <a:r>
              <a:rPr b="0" lang="en-MY" sz="1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that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b="0" lang="en-MY" sz="1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case,</a:t>
            </a:r>
            <a:r>
              <a:rPr b="0" lang="en-MY" sz="1400" spc="7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5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do</a:t>
            </a:r>
            <a:r>
              <a:rPr b="0" lang="en-MY" sz="1400" spc="7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6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</a:t>
            </a:r>
            <a:r>
              <a:rPr b="0" lang="en-MY" sz="1400" spc="-3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"pull"</a:t>
            </a:r>
            <a:r>
              <a:rPr b="0" lang="en-MY" sz="14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4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grab</a:t>
            </a:r>
            <a:r>
              <a:rPr b="0" lang="en-MY" sz="14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400" spc="8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latest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change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from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b="0" lang="en-MY" sz="1400" spc="15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remote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repository</a:t>
            </a:r>
            <a:r>
              <a:rPr b="0" lang="en-MY" sz="1400" spc="18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before</a:t>
            </a:r>
            <a:r>
              <a:rPr b="0" lang="en-MY" sz="1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</a:t>
            </a:r>
            <a:r>
              <a:rPr b="0" lang="en-MY" sz="1400" spc="1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are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allowed</a:t>
            </a:r>
            <a:r>
              <a:rPr b="0" lang="en-MY" sz="1400" spc="17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b="0" lang="en-MY" sz="1400" spc="18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MY" sz="14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push.</a:t>
            </a:r>
            <a:endParaRPr b="0" lang="en-MY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41f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MY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14" name="object 3"/>
          <p:cNvGrpSpPr/>
          <p:nvPr/>
        </p:nvGrpSpPr>
        <p:grpSpPr>
          <a:xfrm>
            <a:off x="7934760" y="0"/>
            <a:ext cx="1208880" cy="2774880"/>
            <a:chOff x="7934760" y="0"/>
            <a:chExt cx="1208880" cy="2774880"/>
          </a:xfrm>
        </p:grpSpPr>
        <p:pic>
          <p:nvPicPr>
            <p:cNvPr id="315" name="object 4" descr=""/>
            <p:cNvPicPr/>
            <p:nvPr/>
          </p:nvPicPr>
          <p:blipFill>
            <a:blip r:embed="rId1"/>
            <a:stretch/>
          </p:blipFill>
          <p:spPr>
            <a:xfrm>
              <a:off x="8059680" y="0"/>
              <a:ext cx="1083960" cy="2655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6" name="object 5"/>
            <p:cNvSpPr/>
            <p:nvPr/>
          </p:nvSpPr>
          <p:spPr>
            <a:xfrm>
              <a:off x="7934760" y="225360"/>
              <a:ext cx="467640" cy="76788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767880"/>
                <a:gd name="textAreaBottom" fmla="*/ 768240 h 767880"/>
              </a:gdLst>
              <a:ahLst/>
              <a:cxnLst/>
              <a:rect l="textAreaLeft" t="textAreaTop" r="textAreaRight" b="textAreaBottom"/>
              <a:pathLst>
                <a:path w="467995" h="768350">
                  <a:moveTo>
                    <a:pt x="467939" y="768076"/>
                  </a:moveTo>
                  <a:lnTo>
                    <a:pt x="0" y="384847"/>
                  </a:lnTo>
                  <a:lnTo>
                    <a:pt x="0" y="0"/>
                  </a:lnTo>
                  <a:lnTo>
                    <a:pt x="467939" y="383228"/>
                  </a:lnTo>
                  <a:lnTo>
                    <a:pt x="467939" y="768076"/>
                  </a:ln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object 6"/>
            <p:cNvSpPr/>
            <p:nvPr/>
          </p:nvSpPr>
          <p:spPr>
            <a:xfrm>
              <a:off x="8627040" y="2232360"/>
              <a:ext cx="330480" cy="542520"/>
            </a:xfrm>
            <a:custGeom>
              <a:avLst/>
              <a:gdLst>
                <a:gd name="textAreaLeft" fmla="*/ 0 w 330480"/>
                <a:gd name="textAreaRight" fmla="*/ 330840 w 330480"/>
                <a:gd name="textAreaTop" fmla="*/ 0 h 542520"/>
                <a:gd name="textAreaBottom" fmla="*/ 542880 h 542520"/>
              </a:gdLst>
              <a:ahLst/>
              <a:cxnLst/>
              <a:rect l="textAreaLeft" t="textAreaTop" r="textAreaRight" b="textAreaBottom"/>
              <a:pathLst>
                <a:path w="330834" h="542925">
                  <a:moveTo>
                    <a:pt x="0" y="542403"/>
                  </a:moveTo>
                  <a:lnTo>
                    <a:pt x="0" y="270603"/>
                  </a:lnTo>
                  <a:lnTo>
                    <a:pt x="330420" y="0"/>
                  </a:lnTo>
                  <a:lnTo>
                    <a:pt x="330420" y="271799"/>
                  </a:lnTo>
                  <a:lnTo>
                    <a:pt x="0" y="542403"/>
                  </a:lnTo>
                  <a:close/>
                </a:path>
              </a:pathLst>
            </a:custGeom>
            <a:solidFill>
              <a:srgbClr val="0066ff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MY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788560" y="1639800"/>
            <a:ext cx="3813120" cy="1841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MY" sz="6000" spc="275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THE END!</a:t>
            </a:r>
            <a:endParaRPr b="0" lang="en-MY" sz="6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9" name="object 13"/>
          <p:cNvSpPr/>
          <p:nvPr/>
        </p:nvSpPr>
        <p:spPr>
          <a:xfrm>
            <a:off x="2788560" y="2530800"/>
            <a:ext cx="416196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3040" bIns="0" anchor="t">
            <a:spAutoFit/>
          </a:bodyPr>
          <a:p>
            <a:pPr marL="12600">
              <a:lnSpc>
                <a:spcPct val="100000"/>
              </a:lnSpc>
              <a:spcBef>
                <a:spcPts val="890"/>
              </a:spcBef>
            </a:pPr>
            <a:r>
              <a:rPr b="1" lang="en-MY" sz="2400" spc="139" strike="noStrike" u="none">
                <a:solidFill>
                  <a:srgbClr val="66ff33"/>
                </a:solidFill>
                <a:effectLst/>
                <a:uFillTx/>
                <a:latin typeface="Calibri"/>
              </a:rPr>
              <a:t>Any</a:t>
            </a:r>
            <a:r>
              <a:rPr b="1" lang="en-MY" sz="2400" spc="60" strike="noStrike" u="none">
                <a:solidFill>
                  <a:srgbClr val="66ff33"/>
                </a:solidFill>
                <a:effectLst/>
                <a:uFillTx/>
                <a:latin typeface="Calibri"/>
              </a:rPr>
              <a:t> </a:t>
            </a:r>
            <a:r>
              <a:rPr b="1" lang="en-MY" sz="2400" spc="65" strike="noStrike" u="none">
                <a:solidFill>
                  <a:srgbClr val="66ff33"/>
                </a:solidFill>
                <a:effectLst/>
                <a:uFillTx/>
                <a:latin typeface="Calibri"/>
              </a:rPr>
              <a:t>questions?</a:t>
            </a:r>
            <a:endParaRPr b="0" lang="en-MY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5"/>
              </a:spcBef>
            </a:pPr>
            <a:endParaRPr b="0" lang="en-MY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2025-06-13T21:23:40Z</dcterms:created>
  <dc:creator/>
  <dc:description/>
  <dc:language>en-MY</dc:language>
  <cp:lastModifiedBy/>
  <dcterms:modified xsi:type="dcterms:W3CDTF">2026-02-24T20:36:28Z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2025-06-13T00:00:00Z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2025-06-13T00:00:00Z</vt:filetime>
  </property>
  <property fmtid="{D5CDD505-2E9C-101B-9397-08002B2CF9AE}" pid="5" name="PresentationFormat">
    <vt:lpwstr>On-screen Show (4:3)</vt:lpwstr>
  </property>
</Properties>
</file>